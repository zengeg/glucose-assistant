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3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81" r:id="rId3"/>
  </p:sldMasterIdLst>
  <p:notesMasterIdLst>
    <p:notesMasterId r:id="rId5"/>
  </p:notesMasterIdLst>
  <p:handoutMasterIdLst>
    <p:handoutMasterId r:id="rId11"/>
  </p:handoutMasterIdLst>
  <p:sldIdLst>
    <p:sldId id="256" r:id="rId4"/>
    <p:sldId id="263" r:id="rId6"/>
    <p:sldId id="265" r:id="rId7"/>
    <p:sldId id="277" r:id="rId8"/>
    <p:sldId id="275" r:id="rId9"/>
    <p:sldId id="279" r:id="rId10"/>
  </p:sldIdLst>
  <p:sldSz cx="9144000" cy="5143500"/>
  <p:notesSz cx="6858000" cy="9144000"/>
  <p:embeddedFontLst>
    <p:embeddedFont>
      <p:font typeface="Lato" panose="020F0502020204030203"/>
      <p:regular r:id="rId16"/>
    </p:embeddedFont>
    <p:embeddedFont>
      <p:font typeface="Be Vietnam Pro"/>
      <p:regular r:id="rId17"/>
    </p:embeddedFont>
    <p:embeddedFont>
      <p:font typeface="DM Sans"/>
      <p:regular r:id="rId18"/>
    </p:embeddedFont>
    <p:embeddedFont>
      <p:font typeface="方正小标宋简体" panose="02000000000000000000" charset="-122"/>
      <p:regular r:id="rId19"/>
    </p:embeddedFont>
  </p:embeddedFontLst>
  <p:custDataLst>
    <p:tags r:id="rId2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8B79"/>
    <a:srgbClr val="D2E5DF"/>
    <a:srgbClr val="9EBDB3"/>
    <a:srgbClr val="DEE6F4"/>
    <a:srgbClr val="00368C"/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92.xml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4dfce81f19_0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4dfce81f19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508475"/>
            <a:ext cx="41139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713225" y="3159225"/>
            <a:ext cx="4113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 rot="1586796">
            <a:off x="-13996" y="143600"/>
            <a:ext cx="1454426" cy="1280493"/>
            <a:chOff x="5917100" y="2092158"/>
            <a:chExt cx="1102175" cy="970367"/>
          </a:xfrm>
        </p:grpSpPr>
        <p:sp>
          <p:nvSpPr>
            <p:cNvPr id="12" name="Google Shape;12;p2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0" y="2687325"/>
            <a:ext cx="1558778" cy="2456198"/>
            <a:chOff x="0" y="2687325"/>
            <a:chExt cx="1558778" cy="2456198"/>
          </a:xfrm>
        </p:grpSpPr>
        <p:sp>
          <p:nvSpPr>
            <p:cNvPr id="19" name="Google Shape;19;p2"/>
            <p:cNvSpPr/>
            <p:nvPr/>
          </p:nvSpPr>
          <p:spPr>
            <a:xfrm>
              <a:off x="0" y="2889975"/>
              <a:ext cx="1558778" cy="2253548"/>
            </a:xfrm>
            <a:custGeom>
              <a:avLst/>
              <a:gdLst/>
              <a:ahLst/>
              <a:cxnLst/>
              <a:rect l="l" t="t" r="r" b="b"/>
              <a:pathLst>
                <a:path w="16043" h="23193" extrusionOk="0">
                  <a:moveTo>
                    <a:pt x="0" y="1"/>
                  </a:moveTo>
                  <a:lnTo>
                    <a:pt x="0" y="23192"/>
                  </a:lnTo>
                  <a:lnTo>
                    <a:pt x="16042" y="23192"/>
                  </a:lnTo>
                  <a:cubicBezTo>
                    <a:pt x="16002" y="23127"/>
                    <a:pt x="15967" y="23066"/>
                    <a:pt x="15931" y="23005"/>
                  </a:cubicBezTo>
                  <a:cubicBezTo>
                    <a:pt x="15233" y="21904"/>
                    <a:pt x="14186" y="21062"/>
                    <a:pt x="13010" y="20516"/>
                  </a:cubicBezTo>
                  <a:cubicBezTo>
                    <a:pt x="12859" y="20446"/>
                    <a:pt x="12758" y="20403"/>
                    <a:pt x="12625" y="20353"/>
                  </a:cubicBezTo>
                  <a:cubicBezTo>
                    <a:pt x="12517" y="20310"/>
                    <a:pt x="12405" y="20270"/>
                    <a:pt x="12293" y="20235"/>
                  </a:cubicBezTo>
                  <a:cubicBezTo>
                    <a:pt x="12056" y="20159"/>
                    <a:pt x="11815" y="20094"/>
                    <a:pt x="11570" y="20036"/>
                  </a:cubicBezTo>
                  <a:cubicBezTo>
                    <a:pt x="11052" y="19918"/>
                    <a:pt x="10523" y="19828"/>
                    <a:pt x="10001" y="19734"/>
                  </a:cubicBezTo>
                  <a:cubicBezTo>
                    <a:pt x="8955" y="19551"/>
                    <a:pt x="7886" y="19360"/>
                    <a:pt x="6926" y="18885"/>
                  </a:cubicBezTo>
                  <a:cubicBezTo>
                    <a:pt x="5954" y="18407"/>
                    <a:pt x="5234" y="17597"/>
                    <a:pt x="4947" y="16547"/>
                  </a:cubicBezTo>
                  <a:cubicBezTo>
                    <a:pt x="4515" y="14975"/>
                    <a:pt x="5001" y="13399"/>
                    <a:pt x="5580" y="11931"/>
                  </a:cubicBezTo>
                  <a:cubicBezTo>
                    <a:pt x="5875" y="11190"/>
                    <a:pt x="6192" y="10467"/>
                    <a:pt x="6415" y="9701"/>
                  </a:cubicBezTo>
                  <a:cubicBezTo>
                    <a:pt x="6649" y="8902"/>
                    <a:pt x="6810" y="8082"/>
                    <a:pt x="6821" y="7247"/>
                  </a:cubicBezTo>
                  <a:cubicBezTo>
                    <a:pt x="6840" y="5768"/>
                    <a:pt x="6397" y="4336"/>
                    <a:pt x="5544" y="3127"/>
                  </a:cubicBezTo>
                  <a:cubicBezTo>
                    <a:pt x="4799" y="2073"/>
                    <a:pt x="3763" y="1235"/>
                    <a:pt x="2597" y="688"/>
                  </a:cubicBezTo>
                  <a:cubicBezTo>
                    <a:pt x="1781" y="303"/>
                    <a:pt x="900" y="7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7425" y="2687325"/>
              <a:ext cx="395700" cy="395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-446850" y="4264179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3821325" y="2423475"/>
            <a:ext cx="46095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3"/>
          <p:cNvSpPr txBox="1"/>
          <p:nvPr>
            <p:ph type="title" idx="2" hasCustomPrompt="1"/>
          </p:nvPr>
        </p:nvSpPr>
        <p:spPr>
          <a:xfrm>
            <a:off x="7276975" y="1482534"/>
            <a:ext cx="11538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type="subTitle" idx="1"/>
          </p:nvPr>
        </p:nvSpPr>
        <p:spPr>
          <a:xfrm>
            <a:off x="3821325" y="3214526"/>
            <a:ext cx="4609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" name="Google Shape;26;p3"/>
          <p:cNvGrpSpPr/>
          <p:nvPr/>
        </p:nvGrpSpPr>
        <p:grpSpPr>
          <a:xfrm>
            <a:off x="7891425" y="1"/>
            <a:ext cx="1252576" cy="1567250"/>
            <a:chOff x="7891425" y="1"/>
            <a:chExt cx="1252576" cy="1567250"/>
          </a:xfrm>
        </p:grpSpPr>
        <p:sp>
          <p:nvSpPr>
            <p:cNvPr id="27" name="Google Shape;27;p3"/>
            <p:cNvSpPr/>
            <p:nvPr/>
          </p:nvSpPr>
          <p:spPr>
            <a:xfrm>
              <a:off x="7954202" y="1"/>
              <a:ext cx="1189799" cy="1567250"/>
            </a:xfrm>
            <a:custGeom>
              <a:avLst/>
              <a:gdLst/>
              <a:ahLst/>
              <a:cxnLst/>
              <a:rect l="l" t="t" r="r" b="b"/>
              <a:pathLst>
                <a:path w="7042" h="9276" extrusionOk="0">
                  <a:moveTo>
                    <a:pt x="1" y="1"/>
                  </a:moveTo>
                  <a:cubicBezTo>
                    <a:pt x="116" y="814"/>
                    <a:pt x="544" y="1555"/>
                    <a:pt x="1094" y="2166"/>
                  </a:cubicBezTo>
                  <a:cubicBezTo>
                    <a:pt x="1450" y="2555"/>
                    <a:pt x="1857" y="2861"/>
                    <a:pt x="2314" y="3120"/>
                  </a:cubicBezTo>
                  <a:cubicBezTo>
                    <a:pt x="2778" y="3386"/>
                    <a:pt x="3260" y="3609"/>
                    <a:pt x="3720" y="3886"/>
                  </a:cubicBezTo>
                  <a:cubicBezTo>
                    <a:pt x="4170" y="4152"/>
                    <a:pt x="4587" y="4466"/>
                    <a:pt x="4890" y="4897"/>
                  </a:cubicBezTo>
                  <a:cubicBezTo>
                    <a:pt x="5145" y="5258"/>
                    <a:pt x="5289" y="5675"/>
                    <a:pt x="5390" y="6103"/>
                  </a:cubicBezTo>
                  <a:cubicBezTo>
                    <a:pt x="5592" y="6955"/>
                    <a:pt x="5685" y="7865"/>
                    <a:pt x="6206" y="8603"/>
                  </a:cubicBezTo>
                  <a:cubicBezTo>
                    <a:pt x="6408" y="8891"/>
                    <a:pt x="6692" y="9143"/>
                    <a:pt x="7013" y="9265"/>
                  </a:cubicBezTo>
                  <a:cubicBezTo>
                    <a:pt x="7023" y="9268"/>
                    <a:pt x="7030" y="9273"/>
                    <a:pt x="7041" y="9276"/>
                  </a:cubicBezTo>
                  <a:lnTo>
                    <a:pt x="70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7891425" y="193450"/>
              <a:ext cx="395700" cy="395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type="body" idx="1"/>
          </p:nvPr>
        </p:nvSpPr>
        <p:spPr>
          <a:xfrm>
            <a:off x="720000" y="1187475"/>
            <a:ext cx="2770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 flipH="1">
            <a:off x="8430773" y="2945775"/>
            <a:ext cx="789426" cy="2357337"/>
          </a:xfrm>
          <a:custGeom>
            <a:avLst/>
            <a:gdLst/>
            <a:ahLst/>
            <a:cxnLst/>
            <a:rect l="l" t="t" r="r" b="b"/>
            <a:pathLst>
              <a:path w="9013" h="19015" extrusionOk="0">
                <a:moveTo>
                  <a:pt x="0" y="1"/>
                </a:moveTo>
                <a:lnTo>
                  <a:pt x="0" y="19015"/>
                </a:lnTo>
                <a:cubicBezTo>
                  <a:pt x="1022" y="18385"/>
                  <a:pt x="2061" y="17788"/>
                  <a:pt x="3054" y="17119"/>
                </a:cubicBezTo>
                <a:cubicBezTo>
                  <a:pt x="3879" y="16561"/>
                  <a:pt x="4666" y="15953"/>
                  <a:pt x="5368" y="15244"/>
                </a:cubicBezTo>
                <a:cubicBezTo>
                  <a:pt x="6044" y="14557"/>
                  <a:pt x="6631" y="13780"/>
                  <a:pt x="7142" y="12963"/>
                </a:cubicBezTo>
                <a:cubicBezTo>
                  <a:pt x="8160" y="11348"/>
                  <a:pt x="9012" y="9362"/>
                  <a:pt x="8523" y="7423"/>
                </a:cubicBezTo>
                <a:cubicBezTo>
                  <a:pt x="8059" y="5588"/>
                  <a:pt x="6530" y="4239"/>
                  <a:pt x="5019" y="3224"/>
                </a:cubicBezTo>
                <a:cubicBezTo>
                  <a:pt x="4040" y="2566"/>
                  <a:pt x="3044" y="1932"/>
                  <a:pt x="2054" y="1289"/>
                </a:cubicBezTo>
                <a:cubicBezTo>
                  <a:pt x="1378" y="850"/>
                  <a:pt x="694" y="414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3" name="Google Shape;33;p4"/>
          <p:cNvGrpSpPr/>
          <p:nvPr/>
        </p:nvGrpSpPr>
        <p:grpSpPr>
          <a:xfrm>
            <a:off x="-6" y="-57775"/>
            <a:ext cx="1343051" cy="2012425"/>
            <a:chOff x="-6" y="-57775"/>
            <a:chExt cx="1343051" cy="2012425"/>
          </a:xfrm>
        </p:grpSpPr>
        <p:sp>
          <p:nvSpPr>
            <p:cNvPr id="34" name="Google Shape;34;p4"/>
            <p:cNvSpPr/>
            <p:nvPr/>
          </p:nvSpPr>
          <p:spPr>
            <a:xfrm>
              <a:off x="-6" y="-57775"/>
              <a:ext cx="1343051" cy="1858013"/>
            </a:xfrm>
            <a:custGeom>
              <a:avLst/>
              <a:gdLst/>
              <a:ahLst/>
              <a:cxnLst/>
              <a:rect l="l" t="t" r="r" b="b"/>
              <a:pathLst>
                <a:path w="22965" h="15458" extrusionOk="0">
                  <a:moveTo>
                    <a:pt x="0" y="0"/>
                  </a:moveTo>
                  <a:lnTo>
                    <a:pt x="0" y="14891"/>
                  </a:lnTo>
                  <a:cubicBezTo>
                    <a:pt x="730" y="15289"/>
                    <a:pt x="1526" y="15457"/>
                    <a:pt x="2335" y="15457"/>
                  </a:cubicBezTo>
                  <a:cubicBezTo>
                    <a:pt x="3856" y="15457"/>
                    <a:pt x="5422" y="14863"/>
                    <a:pt x="6674" y="14088"/>
                  </a:cubicBezTo>
                  <a:cubicBezTo>
                    <a:pt x="7692" y="13462"/>
                    <a:pt x="8592" y="12656"/>
                    <a:pt x="9243" y="11645"/>
                  </a:cubicBezTo>
                  <a:cubicBezTo>
                    <a:pt x="9887" y="10639"/>
                    <a:pt x="10300" y="9516"/>
                    <a:pt x="10689" y="8389"/>
                  </a:cubicBezTo>
                  <a:cubicBezTo>
                    <a:pt x="11494" y="6066"/>
                    <a:pt x="12351" y="3497"/>
                    <a:pt x="14599" y="2166"/>
                  </a:cubicBezTo>
                  <a:cubicBezTo>
                    <a:pt x="15750" y="1486"/>
                    <a:pt x="17078" y="1374"/>
                    <a:pt x="18380" y="1302"/>
                  </a:cubicBezTo>
                  <a:cubicBezTo>
                    <a:pt x="19626" y="1230"/>
                    <a:pt x="20949" y="1194"/>
                    <a:pt x="22083" y="611"/>
                  </a:cubicBezTo>
                  <a:cubicBezTo>
                    <a:pt x="22407" y="446"/>
                    <a:pt x="22701" y="241"/>
                    <a:pt x="229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163600" y="1558950"/>
              <a:ext cx="395700" cy="395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6" name="Google Shape;36;p4"/>
          <p:cNvSpPr/>
          <p:nvPr/>
        </p:nvSpPr>
        <p:spPr>
          <a:xfrm>
            <a:off x="1429575" y="460400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5055280" y="4031296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1583188" y="4031296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5055280" y="3686000"/>
            <a:ext cx="25056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1583188" y="3686000"/>
            <a:ext cx="25056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43" name="Google Shape;43;p5"/>
          <p:cNvGrpSpPr/>
          <p:nvPr/>
        </p:nvGrpSpPr>
        <p:grpSpPr>
          <a:xfrm rot="4252875" flipH="1">
            <a:off x="-462158" y="3843033"/>
            <a:ext cx="1454415" cy="1280483"/>
            <a:chOff x="5917100" y="2092158"/>
            <a:chExt cx="1102175" cy="970367"/>
          </a:xfrm>
        </p:grpSpPr>
        <p:sp>
          <p:nvSpPr>
            <p:cNvPr id="44" name="Google Shape;44;p5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0" name="Google Shape;50;p5"/>
          <p:cNvSpPr/>
          <p:nvPr/>
        </p:nvSpPr>
        <p:spPr>
          <a:xfrm>
            <a:off x="7925625" y="-1485209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1" name="Google Shape;51;p5"/>
          <p:cNvGrpSpPr/>
          <p:nvPr/>
        </p:nvGrpSpPr>
        <p:grpSpPr>
          <a:xfrm>
            <a:off x="0" y="0"/>
            <a:ext cx="9220200" cy="5219696"/>
            <a:chOff x="0" y="0"/>
            <a:chExt cx="9220200" cy="5219696"/>
          </a:xfrm>
        </p:grpSpPr>
        <p:grpSp>
          <p:nvGrpSpPr>
            <p:cNvPr id="52" name="Google Shape;52;p5"/>
            <p:cNvGrpSpPr/>
            <p:nvPr/>
          </p:nvGrpSpPr>
          <p:grpSpPr>
            <a:xfrm>
              <a:off x="0" y="0"/>
              <a:ext cx="1558778" cy="2416275"/>
              <a:chOff x="0" y="0"/>
              <a:chExt cx="1558778" cy="2416275"/>
            </a:xfrm>
          </p:grpSpPr>
          <p:sp>
            <p:nvSpPr>
              <p:cNvPr id="53" name="Google Shape;53;p5"/>
              <p:cNvSpPr/>
              <p:nvPr/>
            </p:nvSpPr>
            <p:spPr>
              <a:xfrm rot="10800000" flipH="1">
                <a:off x="0" y="0"/>
                <a:ext cx="1558778" cy="2253548"/>
              </a:xfrm>
              <a:custGeom>
                <a:avLst/>
                <a:gdLst/>
                <a:ahLst/>
                <a:cxnLst/>
                <a:rect l="l" t="t" r="r" b="b"/>
                <a:pathLst>
                  <a:path w="16043" h="23193" extrusionOk="0">
                    <a:moveTo>
                      <a:pt x="0" y="1"/>
                    </a:moveTo>
                    <a:lnTo>
                      <a:pt x="0" y="23192"/>
                    </a:lnTo>
                    <a:lnTo>
                      <a:pt x="16042" y="23192"/>
                    </a:lnTo>
                    <a:cubicBezTo>
                      <a:pt x="16002" y="23127"/>
                      <a:pt x="15967" y="23066"/>
                      <a:pt x="15931" y="23005"/>
                    </a:cubicBezTo>
                    <a:cubicBezTo>
                      <a:pt x="15233" y="21904"/>
                      <a:pt x="14186" y="21062"/>
                      <a:pt x="13010" y="20516"/>
                    </a:cubicBezTo>
                    <a:cubicBezTo>
                      <a:pt x="12859" y="20446"/>
                      <a:pt x="12758" y="20403"/>
                      <a:pt x="12625" y="20353"/>
                    </a:cubicBezTo>
                    <a:cubicBezTo>
                      <a:pt x="12517" y="20310"/>
                      <a:pt x="12405" y="20270"/>
                      <a:pt x="12293" y="20235"/>
                    </a:cubicBezTo>
                    <a:cubicBezTo>
                      <a:pt x="12056" y="20159"/>
                      <a:pt x="11815" y="20094"/>
                      <a:pt x="11570" y="20036"/>
                    </a:cubicBezTo>
                    <a:cubicBezTo>
                      <a:pt x="11052" y="19918"/>
                      <a:pt x="10523" y="19828"/>
                      <a:pt x="10001" y="19734"/>
                    </a:cubicBezTo>
                    <a:cubicBezTo>
                      <a:pt x="8955" y="19551"/>
                      <a:pt x="7886" y="19360"/>
                      <a:pt x="6926" y="18885"/>
                    </a:cubicBezTo>
                    <a:cubicBezTo>
                      <a:pt x="5954" y="18407"/>
                      <a:pt x="5234" y="17597"/>
                      <a:pt x="4947" y="16547"/>
                    </a:cubicBezTo>
                    <a:cubicBezTo>
                      <a:pt x="4515" y="14975"/>
                      <a:pt x="5001" y="13399"/>
                      <a:pt x="5580" y="11931"/>
                    </a:cubicBezTo>
                    <a:cubicBezTo>
                      <a:pt x="5875" y="11190"/>
                      <a:pt x="6192" y="10467"/>
                      <a:pt x="6415" y="9701"/>
                    </a:cubicBezTo>
                    <a:cubicBezTo>
                      <a:pt x="6649" y="8902"/>
                      <a:pt x="6810" y="8082"/>
                      <a:pt x="6821" y="7247"/>
                    </a:cubicBezTo>
                    <a:cubicBezTo>
                      <a:pt x="6840" y="5768"/>
                      <a:pt x="6397" y="4336"/>
                      <a:pt x="5544" y="3127"/>
                    </a:cubicBezTo>
                    <a:cubicBezTo>
                      <a:pt x="4799" y="2073"/>
                      <a:pt x="3763" y="1235"/>
                      <a:pt x="2597" y="688"/>
                    </a:cubicBezTo>
                    <a:cubicBezTo>
                      <a:pt x="1781" y="303"/>
                      <a:pt x="900" y="73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67425" y="2020575"/>
                <a:ext cx="395700" cy="395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55" name="Google Shape;55;p5"/>
            <p:cNvSpPr/>
            <p:nvPr/>
          </p:nvSpPr>
          <p:spPr>
            <a:xfrm rot="10800000">
              <a:off x="7762898" y="2695559"/>
              <a:ext cx="1457301" cy="2524137"/>
            </a:xfrm>
            <a:custGeom>
              <a:avLst/>
              <a:gdLst/>
              <a:ahLst/>
              <a:cxnLst/>
              <a:rect l="l" t="t" r="r" b="b"/>
              <a:pathLst>
                <a:path w="22965" h="15458" extrusionOk="0">
                  <a:moveTo>
                    <a:pt x="0" y="0"/>
                  </a:moveTo>
                  <a:lnTo>
                    <a:pt x="0" y="14891"/>
                  </a:lnTo>
                  <a:cubicBezTo>
                    <a:pt x="730" y="15289"/>
                    <a:pt x="1526" y="15457"/>
                    <a:pt x="2335" y="15457"/>
                  </a:cubicBezTo>
                  <a:cubicBezTo>
                    <a:pt x="3856" y="15457"/>
                    <a:pt x="5422" y="14863"/>
                    <a:pt x="6674" y="14088"/>
                  </a:cubicBezTo>
                  <a:cubicBezTo>
                    <a:pt x="7692" y="13462"/>
                    <a:pt x="8592" y="12656"/>
                    <a:pt x="9243" y="11645"/>
                  </a:cubicBezTo>
                  <a:cubicBezTo>
                    <a:pt x="9887" y="10639"/>
                    <a:pt x="10300" y="9516"/>
                    <a:pt x="10689" y="8389"/>
                  </a:cubicBezTo>
                  <a:cubicBezTo>
                    <a:pt x="11494" y="6066"/>
                    <a:pt x="12351" y="3497"/>
                    <a:pt x="14599" y="2166"/>
                  </a:cubicBezTo>
                  <a:cubicBezTo>
                    <a:pt x="15750" y="1486"/>
                    <a:pt x="17078" y="1374"/>
                    <a:pt x="18380" y="1302"/>
                  </a:cubicBezTo>
                  <a:cubicBezTo>
                    <a:pt x="19626" y="1230"/>
                    <a:pt x="20949" y="1194"/>
                    <a:pt x="22083" y="611"/>
                  </a:cubicBezTo>
                  <a:cubicBezTo>
                    <a:pt x="22407" y="446"/>
                    <a:pt x="22701" y="241"/>
                    <a:pt x="22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58" name="Google Shape;58;p6"/>
          <p:cNvGrpSpPr/>
          <p:nvPr/>
        </p:nvGrpSpPr>
        <p:grpSpPr>
          <a:xfrm>
            <a:off x="2" y="1"/>
            <a:ext cx="9191623" cy="4895872"/>
            <a:chOff x="2" y="1"/>
            <a:chExt cx="9191623" cy="4895872"/>
          </a:xfrm>
        </p:grpSpPr>
        <p:grpSp>
          <p:nvGrpSpPr>
            <p:cNvPr id="59" name="Google Shape;59;p6"/>
            <p:cNvGrpSpPr/>
            <p:nvPr/>
          </p:nvGrpSpPr>
          <p:grpSpPr>
            <a:xfrm>
              <a:off x="2" y="1"/>
              <a:ext cx="9191623" cy="4895872"/>
              <a:chOff x="2" y="1"/>
              <a:chExt cx="9191623" cy="4895872"/>
            </a:xfrm>
          </p:grpSpPr>
          <p:sp>
            <p:nvSpPr>
              <p:cNvPr id="60" name="Google Shape;60;p6"/>
              <p:cNvSpPr/>
              <p:nvPr/>
            </p:nvSpPr>
            <p:spPr>
              <a:xfrm flipH="1">
                <a:off x="8543928" y="1904100"/>
                <a:ext cx="647697" cy="2991773"/>
              </a:xfrm>
              <a:custGeom>
                <a:avLst/>
                <a:gdLst/>
                <a:ahLst/>
                <a:cxnLst/>
                <a:rect l="l" t="t" r="r" b="b"/>
                <a:pathLst>
                  <a:path w="9013" h="19015" extrusionOk="0">
                    <a:moveTo>
                      <a:pt x="0" y="1"/>
                    </a:moveTo>
                    <a:lnTo>
                      <a:pt x="0" y="19015"/>
                    </a:lnTo>
                    <a:cubicBezTo>
                      <a:pt x="1022" y="18385"/>
                      <a:pt x="2061" y="17788"/>
                      <a:pt x="3054" y="17119"/>
                    </a:cubicBezTo>
                    <a:cubicBezTo>
                      <a:pt x="3879" y="16561"/>
                      <a:pt x="4666" y="15953"/>
                      <a:pt x="5368" y="15244"/>
                    </a:cubicBezTo>
                    <a:cubicBezTo>
                      <a:pt x="6044" y="14557"/>
                      <a:pt x="6631" y="13780"/>
                      <a:pt x="7142" y="12963"/>
                    </a:cubicBezTo>
                    <a:cubicBezTo>
                      <a:pt x="8160" y="11348"/>
                      <a:pt x="9012" y="9362"/>
                      <a:pt x="8523" y="7423"/>
                    </a:cubicBezTo>
                    <a:cubicBezTo>
                      <a:pt x="8059" y="5588"/>
                      <a:pt x="6530" y="4239"/>
                      <a:pt x="5019" y="3224"/>
                    </a:cubicBezTo>
                    <a:cubicBezTo>
                      <a:pt x="4040" y="2566"/>
                      <a:pt x="3044" y="1932"/>
                      <a:pt x="2054" y="1289"/>
                    </a:cubicBezTo>
                    <a:cubicBezTo>
                      <a:pt x="1378" y="850"/>
                      <a:pt x="694" y="414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" name="Google Shape;61;p6"/>
              <p:cNvSpPr/>
              <p:nvPr/>
            </p:nvSpPr>
            <p:spPr>
              <a:xfrm flipH="1">
                <a:off x="2" y="1"/>
                <a:ext cx="1189799" cy="1567250"/>
              </a:xfrm>
              <a:custGeom>
                <a:avLst/>
                <a:gdLst/>
                <a:ahLst/>
                <a:cxnLst/>
                <a:rect l="l" t="t" r="r" b="b"/>
                <a:pathLst>
                  <a:path w="7042" h="9276" extrusionOk="0">
                    <a:moveTo>
                      <a:pt x="1" y="1"/>
                    </a:moveTo>
                    <a:cubicBezTo>
                      <a:pt x="116" y="814"/>
                      <a:pt x="544" y="1555"/>
                      <a:pt x="1094" y="2166"/>
                    </a:cubicBezTo>
                    <a:cubicBezTo>
                      <a:pt x="1450" y="2555"/>
                      <a:pt x="1857" y="2861"/>
                      <a:pt x="2314" y="3120"/>
                    </a:cubicBezTo>
                    <a:cubicBezTo>
                      <a:pt x="2778" y="3386"/>
                      <a:pt x="3260" y="3609"/>
                      <a:pt x="3720" y="3886"/>
                    </a:cubicBezTo>
                    <a:cubicBezTo>
                      <a:pt x="4170" y="4152"/>
                      <a:pt x="4587" y="4466"/>
                      <a:pt x="4890" y="4897"/>
                    </a:cubicBezTo>
                    <a:cubicBezTo>
                      <a:pt x="5145" y="5258"/>
                      <a:pt x="5289" y="5675"/>
                      <a:pt x="5390" y="6103"/>
                    </a:cubicBezTo>
                    <a:cubicBezTo>
                      <a:pt x="5592" y="6955"/>
                      <a:pt x="5685" y="7865"/>
                      <a:pt x="6206" y="8603"/>
                    </a:cubicBezTo>
                    <a:cubicBezTo>
                      <a:pt x="6408" y="8891"/>
                      <a:pt x="6692" y="9143"/>
                      <a:pt x="7013" y="9265"/>
                    </a:cubicBezTo>
                    <a:cubicBezTo>
                      <a:pt x="7023" y="9268"/>
                      <a:pt x="7030" y="9273"/>
                      <a:pt x="7041" y="9276"/>
                    </a:cubicBezTo>
                    <a:lnTo>
                      <a:pt x="704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62" name="Google Shape;62;p6"/>
            <p:cNvSpPr/>
            <p:nvPr/>
          </p:nvSpPr>
          <p:spPr>
            <a:xfrm>
              <a:off x="8669925" y="2001750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3" name="Google Shape;63;p6"/>
          <p:cNvSpPr/>
          <p:nvPr/>
        </p:nvSpPr>
        <p:spPr>
          <a:xfrm rot="7432487">
            <a:off x="1805773" y="4662469"/>
            <a:ext cx="3922632" cy="3368726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66" name="Google Shape;66;p7"/>
          <p:cNvGrpSpPr/>
          <p:nvPr/>
        </p:nvGrpSpPr>
        <p:grpSpPr>
          <a:xfrm>
            <a:off x="-5" y="-45596"/>
            <a:ext cx="9198312" cy="5189097"/>
            <a:chOff x="-5" y="-45596"/>
            <a:chExt cx="9198312" cy="5189097"/>
          </a:xfrm>
        </p:grpSpPr>
        <p:sp>
          <p:nvSpPr>
            <p:cNvPr id="67" name="Google Shape;67;p7"/>
            <p:cNvSpPr/>
            <p:nvPr/>
          </p:nvSpPr>
          <p:spPr>
            <a:xfrm rot="10800000" flipH="1">
              <a:off x="-5" y="3505185"/>
              <a:ext cx="1514484" cy="1638316"/>
            </a:xfrm>
            <a:custGeom>
              <a:avLst/>
              <a:gdLst/>
              <a:ahLst/>
              <a:cxnLst/>
              <a:rect l="l" t="t" r="r" b="b"/>
              <a:pathLst>
                <a:path w="22965" h="15458" extrusionOk="0">
                  <a:moveTo>
                    <a:pt x="0" y="0"/>
                  </a:moveTo>
                  <a:lnTo>
                    <a:pt x="0" y="14891"/>
                  </a:lnTo>
                  <a:cubicBezTo>
                    <a:pt x="730" y="15289"/>
                    <a:pt x="1526" y="15457"/>
                    <a:pt x="2335" y="15457"/>
                  </a:cubicBezTo>
                  <a:cubicBezTo>
                    <a:pt x="3856" y="15457"/>
                    <a:pt x="5422" y="14863"/>
                    <a:pt x="6674" y="14088"/>
                  </a:cubicBezTo>
                  <a:cubicBezTo>
                    <a:pt x="7692" y="13462"/>
                    <a:pt x="8592" y="12656"/>
                    <a:pt x="9243" y="11645"/>
                  </a:cubicBezTo>
                  <a:cubicBezTo>
                    <a:pt x="9887" y="10639"/>
                    <a:pt x="10300" y="9516"/>
                    <a:pt x="10689" y="8389"/>
                  </a:cubicBezTo>
                  <a:cubicBezTo>
                    <a:pt x="11494" y="6066"/>
                    <a:pt x="12351" y="3497"/>
                    <a:pt x="14599" y="2166"/>
                  </a:cubicBezTo>
                  <a:cubicBezTo>
                    <a:pt x="15750" y="1486"/>
                    <a:pt x="17078" y="1374"/>
                    <a:pt x="18380" y="1302"/>
                  </a:cubicBezTo>
                  <a:cubicBezTo>
                    <a:pt x="19626" y="1230"/>
                    <a:pt x="20949" y="1194"/>
                    <a:pt x="22083" y="611"/>
                  </a:cubicBezTo>
                  <a:cubicBezTo>
                    <a:pt x="22407" y="446"/>
                    <a:pt x="22701" y="241"/>
                    <a:pt x="229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58825" y="3263925"/>
              <a:ext cx="395700" cy="395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5610225" y="-45596"/>
              <a:ext cx="3588082" cy="490624"/>
            </a:xfrm>
            <a:custGeom>
              <a:avLst/>
              <a:gdLst/>
              <a:ahLst/>
              <a:cxnLst/>
              <a:rect l="l" t="t" r="r" b="b"/>
              <a:pathLst>
                <a:path w="8887" h="2926" extrusionOk="0">
                  <a:moveTo>
                    <a:pt x="0" y="0"/>
                  </a:moveTo>
                  <a:cubicBezTo>
                    <a:pt x="136" y="716"/>
                    <a:pt x="370" y="1447"/>
                    <a:pt x="838" y="2018"/>
                  </a:cubicBezTo>
                  <a:cubicBezTo>
                    <a:pt x="1086" y="2324"/>
                    <a:pt x="1396" y="2569"/>
                    <a:pt x="1755" y="2734"/>
                  </a:cubicBezTo>
                  <a:cubicBezTo>
                    <a:pt x="1946" y="2825"/>
                    <a:pt x="2155" y="2896"/>
                    <a:pt x="2368" y="2918"/>
                  </a:cubicBezTo>
                  <a:cubicBezTo>
                    <a:pt x="2416" y="2923"/>
                    <a:pt x="2465" y="2925"/>
                    <a:pt x="2513" y="2925"/>
                  </a:cubicBezTo>
                  <a:cubicBezTo>
                    <a:pt x="2679" y="2925"/>
                    <a:pt x="2843" y="2898"/>
                    <a:pt x="3004" y="2853"/>
                  </a:cubicBezTo>
                  <a:cubicBezTo>
                    <a:pt x="3436" y="2731"/>
                    <a:pt x="3828" y="2493"/>
                    <a:pt x="4231" y="2307"/>
                  </a:cubicBezTo>
                  <a:cubicBezTo>
                    <a:pt x="4440" y="2209"/>
                    <a:pt x="4656" y="2119"/>
                    <a:pt x="4879" y="2062"/>
                  </a:cubicBezTo>
                  <a:cubicBezTo>
                    <a:pt x="5066" y="2015"/>
                    <a:pt x="5261" y="1998"/>
                    <a:pt x="5456" y="1998"/>
                  </a:cubicBezTo>
                  <a:cubicBezTo>
                    <a:pt x="5530" y="1998"/>
                    <a:pt x="5604" y="2001"/>
                    <a:pt x="5677" y="2005"/>
                  </a:cubicBezTo>
                  <a:cubicBezTo>
                    <a:pt x="6047" y="2029"/>
                    <a:pt x="6423" y="2101"/>
                    <a:pt x="6794" y="2101"/>
                  </a:cubicBezTo>
                  <a:cubicBezTo>
                    <a:pt x="6950" y="2101"/>
                    <a:pt x="7106" y="2089"/>
                    <a:pt x="7260" y="2055"/>
                  </a:cubicBezTo>
                  <a:cubicBezTo>
                    <a:pt x="7667" y="1968"/>
                    <a:pt x="8020" y="1727"/>
                    <a:pt x="8296" y="1417"/>
                  </a:cubicBezTo>
                  <a:cubicBezTo>
                    <a:pt x="8638" y="1037"/>
                    <a:pt x="8887" y="507"/>
                    <a:pt x="8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0" name="Google Shape;70;p7"/>
          <p:cNvSpPr txBox="1"/>
          <p:nvPr>
            <p:ph type="body" idx="1"/>
          </p:nvPr>
        </p:nvSpPr>
        <p:spPr>
          <a:xfrm>
            <a:off x="720000" y="1751700"/>
            <a:ext cx="4121700" cy="21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/>
          <p:nvPr>
            <p:ph type="title"/>
          </p:nvPr>
        </p:nvSpPr>
        <p:spPr>
          <a:xfrm>
            <a:off x="1768500" y="1516200"/>
            <a:ext cx="5607000" cy="21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2135550" y="1595175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2135550" y="2756615"/>
            <a:ext cx="4872900" cy="7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type="title"/>
          </p:nvPr>
        </p:nvSpPr>
        <p:spPr>
          <a:xfrm>
            <a:off x="720000" y="3445500"/>
            <a:ext cx="3616800" cy="1141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type="title" hasCustomPrompt="1"/>
          </p:nvPr>
        </p:nvSpPr>
        <p:spPr>
          <a:xfrm>
            <a:off x="1284000" y="1902050"/>
            <a:ext cx="6576000" cy="9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/>
          <p:nvPr>
            <p:ph type="subTitle" idx="1"/>
          </p:nvPr>
        </p:nvSpPr>
        <p:spPr>
          <a:xfrm>
            <a:off x="1284000" y="2845750"/>
            <a:ext cx="6576000" cy="3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type="subTitle" idx="1"/>
          </p:nvPr>
        </p:nvSpPr>
        <p:spPr>
          <a:xfrm>
            <a:off x="713175" y="2139189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type="subTitle" idx="2"/>
          </p:nvPr>
        </p:nvSpPr>
        <p:spPr>
          <a:xfrm>
            <a:off x="3394784" y="2139189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type="subTitle" idx="3"/>
          </p:nvPr>
        </p:nvSpPr>
        <p:spPr>
          <a:xfrm>
            <a:off x="2053983" y="3872374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type="subTitle" idx="4"/>
          </p:nvPr>
        </p:nvSpPr>
        <p:spPr>
          <a:xfrm>
            <a:off x="4735668" y="3872374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type="subTitle" idx="5"/>
          </p:nvPr>
        </p:nvSpPr>
        <p:spPr>
          <a:xfrm>
            <a:off x="6076376" y="2139189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type="title" idx="6" hasCustomPrompt="1"/>
          </p:nvPr>
        </p:nvSpPr>
        <p:spPr>
          <a:xfrm>
            <a:off x="1515259" y="1319600"/>
            <a:ext cx="75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type="title" idx="7" hasCustomPrompt="1"/>
          </p:nvPr>
        </p:nvSpPr>
        <p:spPr>
          <a:xfrm>
            <a:off x="2856067" y="3052200"/>
            <a:ext cx="75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type="title" idx="8" hasCustomPrompt="1"/>
          </p:nvPr>
        </p:nvSpPr>
        <p:spPr>
          <a:xfrm>
            <a:off x="4196868" y="1319600"/>
            <a:ext cx="75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type="title" idx="9" hasCustomPrompt="1"/>
          </p:nvPr>
        </p:nvSpPr>
        <p:spPr>
          <a:xfrm>
            <a:off x="5537752" y="3052200"/>
            <a:ext cx="75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/>
          <p:nvPr>
            <p:ph type="title" idx="13" hasCustomPrompt="1"/>
          </p:nvPr>
        </p:nvSpPr>
        <p:spPr>
          <a:xfrm>
            <a:off x="6878460" y="1319600"/>
            <a:ext cx="750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/>
          <p:nvPr>
            <p:ph type="subTitle" idx="14"/>
          </p:nvPr>
        </p:nvSpPr>
        <p:spPr>
          <a:xfrm>
            <a:off x="713175" y="1801102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type="subTitle" idx="15"/>
          </p:nvPr>
        </p:nvSpPr>
        <p:spPr>
          <a:xfrm>
            <a:off x="3394784" y="1801102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type="subTitle" idx="16"/>
          </p:nvPr>
        </p:nvSpPr>
        <p:spPr>
          <a:xfrm>
            <a:off x="6076376" y="1801102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type="subTitle" idx="17"/>
          </p:nvPr>
        </p:nvSpPr>
        <p:spPr>
          <a:xfrm>
            <a:off x="2053983" y="3533769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" name="Google Shape;99;p13"/>
          <p:cNvSpPr txBox="1"/>
          <p:nvPr>
            <p:ph type="subTitle" idx="18"/>
          </p:nvPr>
        </p:nvSpPr>
        <p:spPr>
          <a:xfrm>
            <a:off x="4735668" y="3533769"/>
            <a:ext cx="2354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00" name="Google Shape;100;p13"/>
          <p:cNvGrpSpPr/>
          <p:nvPr/>
        </p:nvGrpSpPr>
        <p:grpSpPr>
          <a:xfrm>
            <a:off x="-12420" y="0"/>
            <a:ext cx="9156403" cy="5624539"/>
            <a:chOff x="-12420" y="0"/>
            <a:chExt cx="9156403" cy="5624539"/>
          </a:xfrm>
        </p:grpSpPr>
        <p:sp>
          <p:nvSpPr>
            <p:cNvPr id="101" name="Google Shape;101;p13"/>
            <p:cNvSpPr/>
            <p:nvPr/>
          </p:nvSpPr>
          <p:spPr>
            <a:xfrm rot="5400000">
              <a:off x="-1341184" y="3810975"/>
              <a:ext cx="3142328" cy="484800"/>
            </a:xfrm>
            <a:custGeom>
              <a:avLst/>
              <a:gdLst/>
              <a:ahLst/>
              <a:cxnLst/>
              <a:rect l="l" t="t" r="r" b="b"/>
              <a:pathLst>
                <a:path w="17748" h="5136" extrusionOk="0">
                  <a:moveTo>
                    <a:pt x="4819" y="1"/>
                  </a:moveTo>
                  <a:cubicBezTo>
                    <a:pt x="4695" y="1"/>
                    <a:pt x="4571" y="13"/>
                    <a:pt x="4447" y="37"/>
                  </a:cubicBezTo>
                  <a:cubicBezTo>
                    <a:pt x="4008" y="123"/>
                    <a:pt x="3588" y="325"/>
                    <a:pt x="3206" y="551"/>
                  </a:cubicBezTo>
                  <a:cubicBezTo>
                    <a:pt x="2814" y="789"/>
                    <a:pt x="2457" y="1077"/>
                    <a:pt x="2138" y="1405"/>
                  </a:cubicBezTo>
                  <a:cubicBezTo>
                    <a:pt x="1469" y="2084"/>
                    <a:pt x="957" y="2904"/>
                    <a:pt x="551" y="3761"/>
                  </a:cubicBezTo>
                  <a:cubicBezTo>
                    <a:pt x="338" y="4207"/>
                    <a:pt x="159" y="4668"/>
                    <a:pt x="1" y="5135"/>
                  </a:cubicBezTo>
                  <a:lnTo>
                    <a:pt x="17748" y="5135"/>
                  </a:lnTo>
                  <a:cubicBezTo>
                    <a:pt x="17582" y="4538"/>
                    <a:pt x="17313" y="3977"/>
                    <a:pt x="16917" y="3498"/>
                  </a:cubicBezTo>
                  <a:cubicBezTo>
                    <a:pt x="16327" y="2793"/>
                    <a:pt x="15510" y="2322"/>
                    <a:pt x="14625" y="2092"/>
                  </a:cubicBezTo>
                  <a:cubicBezTo>
                    <a:pt x="14188" y="1978"/>
                    <a:pt x="13743" y="1929"/>
                    <a:pt x="13297" y="1929"/>
                  </a:cubicBezTo>
                  <a:cubicBezTo>
                    <a:pt x="12568" y="1929"/>
                    <a:pt x="11836" y="2061"/>
                    <a:pt x="11135" y="2257"/>
                  </a:cubicBezTo>
                  <a:cubicBezTo>
                    <a:pt x="10670" y="2389"/>
                    <a:pt x="10197" y="2511"/>
                    <a:pt x="9715" y="2511"/>
                  </a:cubicBezTo>
                  <a:cubicBezTo>
                    <a:pt x="9605" y="2511"/>
                    <a:pt x="9494" y="2505"/>
                    <a:pt x="9383" y="2491"/>
                  </a:cubicBezTo>
                  <a:cubicBezTo>
                    <a:pt x="8976" y="2437"/>
                    <a:pt x="8592" y="2282"/>
                    <a:pt x="8239" y="2077"/>
                  </a:cubicBezTo>
                  <a:cubicBezTo>
                    <a:pt x="7573" y="1685"/>
                    <a:pt x="7012" y="1102"/>
                    <a:pt x="6412" y="649"/>
                  </a:cubicBezTo>
                  <a:cubicBezTo>
                    <a:pt x="6264" y="538"/>
                    <a:pt x="6113" y="433"/>
                    <a:pt x="5954" y="339"/>
                  </a:cubicBezTo>
                  <a:cubicBezTo>
                    <a:pt x="5796" y="246"/>
                    <a:pt x="5645" y="171"/>
                    <a:pt x="5487" y="116"/>
                  </a:cubicBezTo>
                  <a:cubicBezTo>
                    <a:pt x="5267" y="40"/>
                    <a:pt x="5043" y="1"/>
                    <a:pt x="48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6761821" y="0"/>
              <a:ext cx="2382163" cy="1017717"/>
            </a:xfrm>
            <a:custGeom>
              <a:avLst/>
              <a:gdLst/>
              <a:ahLst/>
              <a:cxnLst/>
              <a:rect l="l" t="t" r="r" b="b"/>
              <a:pathLst>
                <a:path w="12233" h="9632" extrusionOk="0">
                  <a:moveTo>
                    <a:pt x="296" y="0"/>
                  </a:moveTo>
                  <a:cubicBezTo>
                    <a:pt x="188" y="389"/>
                    <a:pt x="112" y="785"/>
                    <a:pt x="76" y="1184"/>
                  </a:cubicBezTo>
                  <a:cubicBezTo>
                    <a:pt x="0" y="2044"/>
                    <a:pt x="123" y="2933"/>
                    <a:pt x="605" y="3663"/>
                  </a:cubicBezTo>
                  <a:cubicBezTo>
                    <a:pt x="853" y="4041"/>
                    <a:pt x="1184" y="4379"/>
                    <a:pt x="1594" y="4577"/>
                  </a:cubicBezTo>
                  <a:cubicBezTo>
                    <a:pt x="1927" y="4737"/>
                    <a:pt x="2297" y="4791"/>
                    <a:pt x="2663" y="4791"/>
                  </a:cubicBezTo>
                  <a:cubicBezTo>
                    <a:pt x="2731" y="4791"/>
                    <a:pt x="2800" y="4789"/>
                    <a:pt x="2868" y="4786"/>
                  </a:cubicBezTo>
                  <a:cubicBezTo>
                    <a:pt x="3800" y="4735"/>
                    <a:pt x="4699" y="4419"/>
                    <a:pt x="5631" y="4386"/>
                  </a:cubicBezTo>
                  <a:cubicBezTo>
                    <a:pt x="5669" y="4385"/>
                    <a:pt x="5707" y="4384"/>
                    <a:pt x="5745" y="4384"/>
                  </a:cubicBezTo>
                  <a:cubicBezTo>
                    <a:pt x="6586" y="4384"/>
                    <a:pt x="7397" y="4685"/>
                    <a:pt x="8030" y="5246"/>
                  </a:cubicBezTo>
                  <a:cubicBezTo>
                    <a:pt x="8653" y="5797"/>
                    <a:pt x="9085" y="6526"/>
                    <a:pt x="9538" y="7214"/>
                  </a:cubicBezTo>
                  <a:cubicBezTo>
                    <a:pt x="9769" y="7563"/>
                    <a:pt x="10006" y="7912"/>
                    <a:pt x="10279" y="8228"/>
                  </a:cubicBezTo>
                  <a:cubicBezTo>
                    <a:pt x="10581" y="8585"/>
                    <a:pt x="10930" y="8897"/>
                    <a:pt x="11318" y="9160"/>
                  </a:cubicBezTo>
                  <a:cubicBezTo>
                    <a:pt x="11599" y="9351"/>
                    <a:pt x="11909" y="9520"/>
                    <a:pt x="12233" y="9631"/>
                  </a:cubicBezTo>
                  <a:lnTo>
                    <a:pt x="122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210300" y="3578325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" name="Google Shape;104;p13"/>
          <p:cNvSpPr/>
          <p:nvPr/>
        </p:nvSpPr>
        <p:spPr>
          <a:xfrm>
            <a:off x="8430775" y="3173791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713225" y="3768000"/>
            <a:ext cx="4366500" cy="4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7" name="Google Shape;107;p14"/>
          <p:cNvSpPr txBox="1"/>
          <p:nvPr>
            <p:ph type="subTitle" idx="1"/>
          </p:nvPr>
        </p:nvSpPr>
        <p:spPr>
          <a:xfrm>
            <a:off x="713225" y="920100"/>
            <a:ext cx="4366500" cy="273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08" name="Google Shape;108;p14"/>
          <p:cNvGrpSpPr/>
          <p:nvPr/>
        </p:nvGrpSpPr>
        <p:grpSpPr>
          <a:xfrm>
            <a:off x="-9525" y="2687325"/>
            <a:ext cx="1558778" cy="2465723"/>
            <a:chOff x="-9525" y="2687325"/>
            <a:chExt cx="1558778" cy="2465723"/>
          </a:xfrm>
        </p:grpSpPr>
        <p:sp>
          <p:nvSpPr>
            <p:cNvPr id="109" name="Google Shape;109;p14"/>
            <p:cNvSpPr/>
            <p:nvPr/>
          </p:nvSpPr>
          <p:spPr>
            <a:xfrm>
              <a:off x="-9525" y="2899500"/>
              <a:ext cx="1558778" cy="2253548"/>
            </a:xfrm>
            <a:custGeom>
              <a:avLst/>
              <a:gdLst/>
              <a:ahLst/>
              <a:cxnLst/>
              <a:rect l="l" t="t" r="r" b="b"/>
              <a:pathLst>
                <a:path w="16043" h="23193" extrusionOk="0">
                  <a:moveTo>
                    <a:pt x="0" y="1"/>
                  </a:moveTo>
                  <a:lnTo>
                    <a:pt x="0" y="23192"/>
                  </a:lnTo>
                  <a:lnTo>
                    <a:pt x="16042" y="23192"/>
                  </a:lnTo>
                  <a:cubicBezTo>
                    <a:pt x="16002" y="23127"/>
                    <a:pt x="15967" y="23066"/>
                    <a:pt x="15931" y="23005"/>
                  </a:cubicBezTo>
                  <a:cubicBezTo>
                    <a:pt x="15233" y="21904"/>
                    <a:pt x="14186" y="21062"/>
                    <a:pt x="13010" y="20516"/>
                  </a:cubicBezTo>
                  <a:cubicBezTo>
                    <a:pt x="12859" y="20446"/>
                    <a:pt x="12758" y="20403"/>
                    <a:pt x="12625" y="20353"/>
                  </a:cubicBezTo>
                  <a:cubicBezTo>
                    <a:pt x="12517" y="20310"/>
                    <a:pt x="12405" y="20270"/>
                    <a:pt x="12293" y="20235"/>
                  </a:cubicBezTo>
                  <a:cubicBezTo>
                    <a:pt x="12056" y="20159"/>
                    <a:pt x="11815" y="20094"/>
                    <a:pt x="11570" y="20036"/>
                  </a:cubicBezTo>
                  <a:cubicBezTo>
                    <a:pt x="11052" y="19918"/>
                    <a:pt x="10523" y="19828"/>
                    <a:pt x="10001" y="19734"/>
                  </a:cubicBezTo>
                  <a:cubicBezTo>
                    <a:pt x="8955" y="19551"/>
                    <a:pt x="7886" y="19360"/>
                    <a:pt x="6926" y="18885"/>
                  </a:cubicBezTo>
                  <a:cubicBezTo>
                    <a:pt x="5954" y="18407"/>
                    <a:pt x="5234" y="17597"/>
                    <a:pt x="4947" y="16547"/>
                  </a:cubicBezTo>
                  <a:cubicBezTo>
                    <a:pt x="4515" y="14975"/>
                    <a:pt x="5001" y="13399"/>
                    <a:pt x="5580" y="11931"/>
                  </a:cubicBezTo>
                  <a:cubicBezTo>
                    <a:pt x="5875" y="11190"/>
                    <a:pt x="6192" y="10467"/>
                    <a:pt x="6415" y="9701"/>
                  </a:cubicBezTo>
                  <a:cubicBezTo>
                    <a:pt x="6649" y="8902"/>
                    <a:pt x="6810" y="8082"/>
                    <a:pt x="6821" y="7247"/>
                  </a:cubicBezTo>
                  <a:cubicBezTo>
                    <a:pt x="6840" y="5768"/>
                    <a:pt x="6397" y="4336"/>
                    <a:pt x="5544" y="3127"/>
                  </a:cubicBezTo>
                  <a:cubicBezTo>
                    <a:pt x="4799" y="2073"/>
                    <a:pt x="3763" y="1235"/>
                    <a:pt x="2597" y="688"/>
                  </a:cubicBezTo>
                  <a:cubicBezTo>
                    <a:pt x="1781" y="303"/>
                    <a:pt x="900" y="7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67425" y="2687325"/>
              <a:ext cx="395700" cy="395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 rot="8988552" flipH="1">
            <a:off x="-128500" y="-534854"/>
            <a:ext cx="1454426" cy="1280493"/>
            <a:chOff x="5917100" y="2092158"/>
            <a:chExt cx="1102175" cy="970367"/>
          </a:xfrm>
        </p:grpSpPr>
        <p:sp>
          <p:nvSpPr>
            <p:cNvPr id="112" name="Google Shape;112;p14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8" name="Google Shape;118;p14"/>
          <p:cNvSpPr/>
          <p:nvPr/>
        </p:nvSpPr>
        <p:spPr>
          <a:xfrm rot="5400000">
            <a:off x="6313350" y="489735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21" name="Google Shape;121;p15"/>
          <p:cNvGrpSpPr/>
          <p:nvPr/>
        </p:nvGrpSpPr>
        <p:grpSpPr>
          <a:xfrm>
            <a:off x="-1344725" y="-32523"/>
            <a:ext cx="10488717" cy="6685915"/>
            <a:chOff x="-1344725" y="-32523"/>
            <a:chExt cx="10488717" cy="6685915"/>
          </a:xfrm>
        </p:grpSpPr>
        <p:sp>
          <p:nvSpPr>
            <p:cNvPr id="122" name="Google Shape;122;p15"/>
            <p:cNvSpPr/>
            <p:nvPr/>
          </p:nvSpPr>
          <p:spPr>
            <a:xfrm>
              <a:off x="-1344725" y="4352475"/>
              <a:ext cx="3494036" cy="2300917"/>
            </a:xfrm>
            <a:custGeom>
              <a:avLst/>
              <a:gdLst/>
              <a:ahLst/>
              <a:cxnLst/>
              <a:rect l="l" t="t" r="r" b="b"/>
              <a:pathLst>
                <a:path w="11187" h="7367" extrusionOk="0">
                  <a:moveTo>
                    <a:pt x="4164" y="0"/>
                  </a:moveTo>
                  <a:cubicBezTo>
                    <a:pt x="3316" y="0"/>
                    <a:pt x="2256" y="570"/>
                    <a:pt x="1303" y="2750"/>
                  </a:cubicBezTo>
                  <a:cubicBezTo>
                    <a:pt x="1" y="5722"/>
                    <a:pt x="2244" y="7366"/>
                    <a:pt x="4825" y="7366"/>
                  </a:cubicBezTo>
                  <a:cubicBezTo>
                    <a:pt x="6207" y="7366"/>
                    <a:pt x="7687" y="6894"/>
                    <a:pt x="8769" y="5901"/>
                  </a:cubicBezTo>
                  <a:cubicBezTo>
                    <a:pt x="11186" y="3678"/>
                    <a:pt x="8009" y="1750"/>
                    <a:pt x="6491" y="1005"/>
                  </a:cubicBezTo>
                  <a:cubicBezTo>
                    <a:pt x="6099" y="814"/>
                    <a:pt x="5721" y="595"/>
                    <a:pt x="5350" y="364"/>
                  </a:cubicBezTo>
                  <a:cubicBezTo>
                    <a:pt x="5064" y="186"/>
                    <a:pt x="4649" y="0"/>
                    <a:pt x="4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123;p15"/>
            <p:cNvSpPr/>
            <p:nvPr/>
          </p:nvSpPr>
          <p:spPr>
            <a:xfrm rot="5400000">
              <a:off x="6741954" y="1740877"/>
              <a:ext cx="4175439" cy="628638"/>
            </a:xfrm>
            <a:custGeom>
              <a:avLst/>
              <a:gdLst/>
              <a:ahLst/>
              <a:cxnLst/>
              <a:rect l="l" t="t" r="r" b="b"/>
              <a:pathLst>
                <a:path w="22965" h="15458" extrusionOk="0">
                  <a:moveTo>
                    <a:pt x="0" y="0"/>
                  </a:moveTo>
                  <a:lnTo>
                    <a:pt x="0" y="14891"/>
                  </a:lnTo>
                  <a:cubicBezTo>
                    <a:pt x="730" y="15289"/>
                    <a:pt x="1526" y="15457"/>
                    <a:pt x="2335" y="15457"/>
                  </a:cubicBezTo>
                  <a:cubicBezTo>
                    <a:pt x="3856" y="15457"/>
                    <a:pt x="5422" y="14863"/>
                    <a:pt x="6674" y="14088"/>
                  </a:cubicBezTo>
                  <a:cubicBezTo>
                    <a:pt x="7692" y="13462"/>
                    <a:pt x="8592" y="12656"/>
                    <a:pt x="9243" y="11645"/>
                  </a:cubicBezTo>
                  <a:cubicBezTo>
                    <a:pt x="9887" y="10639"/>
                    <a:pt x="10300" y="9516"/>
                    <a:pt x="10689" y="8389"/>
                  </a:cubicBezTo>
                  <a:cubicBezTo>
                    <a:pt x="11494" y="6066"/>
                    <a:pt x="12351" y="3497"/>
                    <a:pt x="14599" y="2166"/>
                  </a:cubicBezTo>
                  <a:cubicBezTo>
                    <a:pt x="15750" y="1486"/>
                    <a:pt x="17078" y="1374"/>
                    <a:pt x="18380" y="1302"/>
                  </a:cubicBezTo>
                  <a:cubicBezTo>
                    <a:pt x="19626" y="1230"/>
                    <a:pt x="20949" y="1194"/>
                    <a:pt x="22083" y="611"/>
                  </a:cubicBezTo>
                  <a:cubicBezTo>
                    <a:pt x="22407" y="446"/>
                    <a:pt x="22701" y="241"/>
                    <a:pt x="229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8582775" y="1720875"/>
              <a:ext cx="395700" cy="395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5" name="Google Shape;125;p15"/>
          <p:cNvSpPr/>
          <p:nvPr/>
        </p:nvSpPr>
        <p:spPr>
          <a:xfrm flipH="1">
            <a:off x="-3209362" y="-99243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28" name="Google Shape;128;p16"/>
          <p:cNvGrpSpPr/>
          <p:nvPr/>
        </p:nvGrpSpPr>
        <p:grpSpPr>
          <a:xfrm>
            <a:off x="15" y="0"/>
            <a:ext cx="9143991" cy="5143504"/>
            <a:chOff x="15" y="0"/>
            <a:chExt cx="9143991" cy="5143504"/>
          </a:xfrm>
        </p:grpSpPr>
        <p:sp>
          <p:nvSpPr>
            <p:cNvPr id="129" name="Google Shape;129;p16"/>
            <p:cNvSpPr/>
            <p:nvPr/>
          </p:nvSpPr>
          <p:spPr>
            <a:xfrm rot="5400000">
              <a:off x="353766" y="-353751"/>
              <a:ext cx="1123932" cy="1831435"/>
            </a:xfrm>
            <a:custGeom>
              <a:avLst/>
              <a:gdLst/>
              <a:ahLst/>
              <a:cxnLst/>
              <a:rect l="l" t="t" r="r" b="b"/>
              <a:pathLst>
                <a:path w="16043" h="23193" extrusionOk="0">
                  <a:moveTo>
                    <a:pt x="0" y="1"/>
                  </a:moveTo>
                  <a:lnTo>
                    <a:pt x="0" y="23192"/>
                  </a:lnTo>
                  <a:lnTo>
                    <a:pt x="16042" y="23192"/>
                  </a:lnTo>
                  <a:cubicBezTo>
                    <a:pt x="16002" y="23127"/>
                    <a:pt x="15967" y="23066"/>
                    <a:pt x="15931" y="23005"/>
                  </a:cubicBezTo>
                  <a:cubicBezTo>
                    <a:pt x="15233" y="21904"/>
                    <a:pt x="14186" y="21062"/>
                    <a:pt x="13010" y="20516"/>
                  </a:cubicBezTo>
                  <a:cubicBezTo>
                    <a:pt x="12859" y="20446"/>
                    <a:pt x="12758" y="20403"/>
                    <a:pt x="12625" y="20353"/>
                  </a:cubicBezTo>
                  <a:cubicBezTo>
                    <a:pt x="12517" y="20310"/>
                    <a:pt x="12405" y="20270"/>
                    <a:pt x="12293" y="20235"/>
                  </a:cubicBezTo>
                  <a:cubicBezTo>
                    <a:pt x="12056" y="20159"/>
                    <a:pt x="11815" y="20094"/>
                    <a:pt x="11570" y="20036"/>
                  </a:cubicBezTo>
                  <a:cubicBezTo>
                    <a:pt x="11052" y="19918"/>
                    <a:pt x="10523" y="19828"/>
                    <a:pt x="10001" y="19734"/>
                  </a:cubicBezTo>
                  <a:cubicBezTo>
                    <a:pt x="8955" y="19551"/>
                    <a:pt x="7886" y="19360"/>
                    <a:pt x="6926" y="18885"/>
                  </a:cubicBezTo>
                  <a:cubicBezTo>
                    <a:pt x="5954" y="18407"/>
                    <a:pt x="5234" y="17597"/>
                    <a:pt x="4947" y="16547"/>
                  </a:cubicBezTo>
                  <a:cubicBezTo>
                    <a:pt x="4515" y="14975"/>
                    <a:pt x="5001" y="13399"/>
                    <a:pt x="5580" y="11931"/>
                  </a:cubicBezTo>
                  <a:cubicBezTo>
                    <a:pt x="5875" y="11190"/>
                    <a:pt x="6192" y="10467"/>
                    <a:pt x="6415" y="9701"/>
                  </a:cubicBezTo>
                  <a:cubicBezTo>
                    <a:pt x="6649" y="8902"/>
                    <a:pt x="6810" y="8082"/>
                    <a:pt x="6821" y="7247"/>
                  </a:cubicBezTo>
                  <a:cubicBezTo>
                    <a:pt x="6840" y="5768"/>
                    <a:pt x="6397" y="4336"/>
                    <a:pt x="5544" y="3127"/>
                  </a:cubicBezTo>
                  <a:cubicBezTo>
                    <a:pt x="4799" y="2073"/>
                    <a:pt x="3763" y="1235"/>
                    <a:pt x="2597" y="688"/>
                  </a:cubicBezTo>
                  <a:cubicBezTo>
                    <a:pt x="1781" y="303"/>
                    <a:pt x="900" y="7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7218154" y="4084425"/>
              <a:ext cx="1925852" cy="1059079"/>
            </a:xfrm>
            <a:custGeom>
              <a:avLst/>
              <a:gdLst/>
              <a:ahLst/>
              <a:cxnLst/>
              <a:rect l="l" t="t" r="r" b="b"/>
              <a:pathLst>
                <a:path w="24364" h="23656" extrusionOk="0">
                  <a:moveTo>
                    <a:pt x="23846" y="0"/>
                  </a:moveTo>
                  <a:cubicBezTo>
                    <a:pt x="23787" y="0"/>
                    <a:pt x="23728" y="2"/>
                    <a:pt x="23670" y="5"/>
                  </a:cubicBezTo>
                  <a:cubicBezTo>
                    <a:pt x="23364" y="19"/>
                    <a:pt x="23148" y="51"/>
                    <a:pt x="22831" y="141"/>
                  </a:cubicBezTo>
                  <a:cubicBezTo>
                    <a:pt x="22278" y="303"/>
                    <a:pt x="21781" y="616"/>
                    <a:pt x="21364" y="1055"/>
                  </a:cubicBezTo>
                  <a:cubicBezTo>
                    <a:pt x="20414" y="2051"/>
                    <a:pt x="20040" y="3512"/>
                    <a:pt x="19770" y="4840"/>
                  </a:cubicBezTo>
                  <a:cubicBezTo>
                    <a:pt x="19468" y="6315"/>
                    <a:pt x="19274" y="7815"/>
                    <a:pt x="18856" y="9265"/>
                  </a:cubicBezTo>
                  <a:cubicBezTo>
                    <a:pt x="18464" y="10617"/>
                    <a:pt x="17856" y="11970"/>
                    <a:pt x="16694" y="12830"/>
                  </a:cubicBezTo>
                  <a:cubicBezTo>
                    <a:pt x="15725" y="13544"/>
                    <a:pt x="14577" y="13770"/>
                    <a:pt x="13415" y="13770"/>
                  </a:cubicBezTo>
                  <a:cubicBezTo>
                    <a:pt x="12903" y="13770"/>
                    <a:pt x="12388" y="13726"/>
                    <a:pt x="11884" y="13661"/>
                  </a:cubicBezTo>
                  <a:cubicBezTo>
                    <a:pt x="10723" y="13512"/>
                    <a:pt x="9523" y="13255"/>
                    <a:pt x="8337" y="13255"/>
                  </a:cubicBezTo>
                  <a:cubicBezTo>
                    <a:pt x="7811" y="13255"/>
                    <a:pt x="7288" y="13306"/>
                    <a:pt x="6771" y="13438"/>
                  </a:cubicBezTo>
                  <a:cubicBezTo>
                    <a:pt x="5937" y="13654"/>
                    <a:pt x="5167" y="14104"/>
                    <a:pt x="4473" y="14607"/>
                  </a:cubicBezTo>
                  <a:cubicBezTo>
                    <a:pt x="3829" y="15075"/>
                    <a:pt x="3257" y="15644"/>
                    <a:pt x="2761" y="16266"/>
                  </a:cubicBezTo>
                  <a:cubicBezTo>
                    <a:pt x="1796" y="17485"/>
                    <a:pt x="1170" y="18943"/>
                    <a:pt x="731" y="20425"/>
                  </a:cubicBezTo>
                  <a:cubicBezTo>
                    <a:pt x="415" y="21487"/>
                    <a:pt x="192" y="22569"/>
                    <a:pt x="1" y="23655"/>
                  </a:cubicBezTo>
                  <a:lnTo>
                    <a:pt x="24364" y="23655"/>
                  </a:lnTo>
                  <a:lnTo>
                    <a:pt x="24364" y="30"/>
                  </a:lnTo>
                  <a:cubicBezTo>
                    <a:pt x="24357" y="30"/>
                    <a:pt x="24347" y="26"/>
                    <a:pt x="24332" y="26"/>
                  </a:cubicBezTo>
                  <a:cubicBezTo>
                    <a:pt x="24260" y="19"/>
                    <a:pt x="24191" y="12"/>
                    <a:pt x="24120" y="8"/>
                  </a:cubicBezTo>
                  <a:cubicBezTo>
                    <a:pt x="24028" y="4"/>
                    <a:pt x="23936" y="0"/>
                    <a:pt x="238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105525" y="820425"/>
              <a:ext cx="395700" cy="395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2" name="Google Shape;132;p16"/>
          <p:cNvSpPr/>
          <p:nvPr/>
        </p:nvSpPr>
        <p:spPr>
          <a:xfrm rot="5576500">
            <a:off x="-2910248" y="2359177"/>
            <a:ext cx="3922554" cy="3368658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35" name="Google Shape;135;p17"/>
          <p:cNvGrpSpPr/>
          <p:nvPr/>
        </p:nvGrpSpPr>
        <p:grpSpPr>
          <a:xfrm>
            <a:off x="-69570" y="-639075"/>
            <a:ext cx="9213570" cy="5782564"/>
            <a:chOff x="-69570" y="-639075"/>
            <a:chExt cx="9213570" cy="5782564"/>
          </a:xfrm>
        </p:grpSpPr>
        <p:sp>
          <p:nvSpPr>
            <p:cNvPr id="136" name="Google Shape;136;p17"/>
            <p:cNvSpPr/>
            <p:nvPr/>
          </p:nvSpPr>
          <p:spPr>
            <a:xfrm flipH="1">
              <a:off x="8443442" y="-639075"/>
              <a:ext cx="700558" cy="2696470"/>
            </a:xfrm>
            <a:custGeom>
              <a:avLst/>
              <a:gdLst/>
              <a:ahLst/>
              <a:cxnLst/>
              <a:rect l="l" t="t" r="r" b="b"/>
              <a:pathLst>
                <a:path w="9013" h="19015" extrusionOk="0">
                  <a:moveTo>
                    <a:pt x="0" y="1"/>
                  </a:moveTo>
                  <a:lnTo>
                    <a:pt x="0" y="19015"/>
                  </a:lnTo>
                  <a:cubicBezTo>
                    <a:pt x="1022" y="18385"/>
                    <a:pt x="2061" y="17788"/>
                    <a:pt x="3054" y="17119"/>
                  </a:cubicBezTo>
                  <a:cubicBezTo>
                    <a:pt x="3879" y="16561"/>
                    <a:pt x="4666" y="15953"/>
                    <a:pt x="5368" y="15244"/>
                  </a:cubicBezTo>
                  <a:cubicBezTo>
                    <a:pt x="6044" y="14557"/>
                    <a:pt x="6631" y="13780"/>
                    <a:pt x="7142" y="12963"/>
                  </a:cubicBezTo>
                  <a:cubicBezTo>
                    <a:pt x="8160" y="11348"/>
                    <a:pt x="9012" y="9362"/>
                    <a:pt x="8523" y="7423"/>
                  </a:cubicBezTo>
                  <a:cubicBezTo>
                    <a:pt x="8059" y="5588"/>
                    <a:pt x="6530" y="4239"/>
                    <a:pt x="5019" y="3224"/>
                  </a:cubicBezTo>
                  <a:cubicBezTo>
                    <a:pt x="4040" y="2566"/>
                    <a:pt x="3044" y="1932"/>
                    <a:pt x="2054" y="1289"/>
                  </a:cubicBezTo>
                  <a:cubicBezTo>
                    <a:pt x="1378" y="850"/>
                    <a:pt x="694" y="414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7" name="Google Shape;137;p17"/>
            <p:cNvGrpSpPr/>
            <p:nvPr/>
          </p:nvGrpSpPr>
          <p:grpSpPr>
            <a:xfrm>
              <a:off x="-69570" y="2001161"/>
              <a:ext cx="618420" cy="3142328"/>
              <a:chOff x="-69570" y="2001161"/>
              <a:chExt cx="618420" cy="3142328"/>
            </a:xfrm>
          </p:grpSpPr>
          <p:sp>
            <p:nvSpPr>
              <p:cNvPr id="138" name="Google Shape;138;p17"/>
              <p:cNvSpPr/>
              <p:nvPr/>
            </p:nvSpPr>
            <p:spPr>
              <a:xfrm rot="5400000">
                <a:off x="-1398334" y="3329925"/>
                <a:ext cx="3142328" cy="484800"/>
              </a:xfrm>
              <a:custGeom>
                <a:avLst/>
                <a:gdLst/>
                <a:ahLst/>
                <a:cxnLst/>
                <a:rect l="l" t="t" r="r" b="b"/>
                <a:pathLst>
                  <a:path w="17748" h="5136" extrusionOk="0">
                    <a:moveTo>
                      <a:pt x="4819" y="1"/>
                    </a:moveTo>
                    <a:cubicBezTo>
                      <a:pt x="4695" y="1"/>
                      <a:pt x="4571" y="13"/>
                      <a:pt x="4447" y="37"/>
                    </a:cubicBezTo>
                    <a:cubicBezTo>
                      <a:pt x="4008" y="123"/>
                      <a:pt x="3588" y="325"/>
                      <a:pt x="3206" y="551"/>
                    </a:cubicBezTo>
                    <a:cubicBezTo>
                      <a:pt x="2814" y="789"/>
                      <a:pt x="2457" y="1077"/>
                      <a:pt x="2138" y="1405"/>
                    </a:cubicBezTo>
                    <a:cubicBezTo>
                      <a:pt x="1469" y="2084"/>
                      <a:pt x="957" y="2904"/>
                      <a:pt x="551" y="3761"/>
                    </a:cubicBezTo>
                    <a:cubicBezTo>
                      <a:pt x="338" y="4207"/>
                      <a:pt x="159" y="4668"/>
                      <a:pt x="1" y="5135"/>
                    </a:cubicBezTo>
                    <a:lnTo>
                      <a:pt x="17748" y="5135"/>
                    </a:lnTo>
                    <a:cubicBezTo>
                      <a:pt x="17582" y="4538"/>
                      <a:pt x="17313" y="3977"/>
                      <a:pt x="16917" y="3498"/>
                    </a:cubicBezTo>
                    <a:cubicBezTo>
                      <a:pt x="16327" y="2793"/>
                      <a:pt x="15510" y="2322"/>
                      <a:pt x="14625" y="2092"/>
                    </a:cubicBezTo>
                    <a:cubicBezTo>
                      <a:pt x="14188" y="1978"/>
                      <a:pt x="13743" y="1929"/>
                      <a:pt x="13297" y="1929"/>
                    </a:cubicBezTo>
                    <a:cubicBezTo>
                      <a:pt x="12568" y="1929"/>
                      <a:pt x="11836" y="2061"/>
                      <a:pt x="11135" y="2257"/>
                    </a:cubicBezTo>
                    <a:cubicBezTo>
                      <a:pt x="10670" y="2389"/>
                      <a:pt x="10197" y="2511"/>
                      <a:pt x="9715" y="2511"/>
                    </a:cubicBezTo>
                    <a:cubicBezTo>
                      <a:pt x="9605" y="2511"/>
                      <a:pt x="9494" y="2505"/>
                      <a:pt x="9383" y="2491"/>
                    </a:cubicBezTo>
                    <a:cubicBezTo>
                      <a:pt x="8976" y="2437"/>
                      <a:pt x="8592" y="2282"/>
                      <a:pt x="8239" y="2077"/>
                    </a:cubicBezTo>
                    <a:cubicBezTo>
                      <a:pt x="7573" y="1685"/>
                      <a:pt x="7012" y="1102"/>
                      <a:pt x="6412" y="649"/>
                    </a:cubicBezTo>
                    <a:cubicBezTo>
                      <a:pt x="6264" y="538"/>
                      <a:pt x="6113" y="433"/>
                      <a:pt x="5954" y="339"/>
                    </a:cubicBezTo>
                    <a:cubicBezTo>
                      <a:pt x="5796" y="246"/>
                      <a:pt x="5645" y="171"/>
                      <a:pt x="5487" y="116"/>
                    </a:cubicBezTo>
                    <a:cubicBezTo>
                      <a:pt x="5267" y="40"/>
                      <a:pt x="5043" y="1"/>
                      <a:pt x="48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" name="Google Shape;139;p17"/>
              <p:cNvSpPr/>
              <p:nvPr/>
            </p:nvSpPr>
            <p:spPr>
              <a:xfrm>
                <a:off x="153150" y="2057400"/>
                <a:ext cx="395700" cy="395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40" name="Google Shape;140;p17"/>
          <p:cNvSpPr/>
          <p:nvPr/>
        </p:nvSpPr>
        <p:spPr>
          <a:xfrm rot="-6269851">
            <a:off x="8176744" y="2301996"/>
            <a:ext cx="3922614" cy="3368710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4702800" y="1154688"/>
            <a:ext cx="3728100" cy="16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1"/>
          </p:nvPr>
        </p:nvSpPr>
        <p:spPr>
          <a:xfrm>
            <a:off x="4702800" y="2771413"/>
            <a:ext cx="3728100" cy="12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8"/>
          <p:cNvSpPr/>
          <p:nvPr>
            <p:ph type="pic" idx="2"/>
          </p:nvPr>
        </p:nvSpPr>
        <p:spPr>
          <a:xfrm>
            <a:off x="713225" y="747000"/>
            <a:ext cx="3189000" cy="3649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5" name="Google Shape;145;p18"/>
          <p:cNvSpPr/>
          <p:nvPr/>
        </p:nvSpPr>
        <p:spPr>
          <a:xfrm>
            <a:off x="7923100" y="3876225"/>
            <a:ext cx="3494036" cy="2300917"/>
          </a:xfrm>
          <a:custGeom>
            <a:avLst/>
            <a:gdLst/>
            <a:ahLst/>
            <a:cxnLst/>
            <a:rect l="l" t="t" r="r" b="b"/>
            <a:pathLst>
              <a:path w="11187" h="7367" extrusionOk="0">
                <a:moveTo>
                  <a:pt x="4164" y="0"/>
                </a:moveTo>
                <a:cubicBezTo>
                  <a:pt x="3316" y="0"/>
                  <a:pt x="2256" y="570"/>
                  <a:pt x="1303" y="2750"/>
                </a:cubicBezTo>
                <a:cubicBezTo>
                  <a:pt x="1" y="5722"/>
                  <a:pt x="2244" y="7366"/>
                  <a:pt x="4825" y="7366"/>
                </a:cubicBezTo>
                <a:cubicBezTo>
                  <a:pt x="6207" y="7366"/>
                  <a:pt x="7687" y="6894"/>
                  <a:pt x="8769" y="5901"/>
                </a:cubicBezTo>
                <a:cubicBezTo>
                  <a:pt x="11186" y="3678"/>
                  <a:pt x="8009" y="1750"/>
                  <a:pt x="6491" y="1005"/>
                </a:cubicBezTo>
                <a:cubicBezTo>
                  <a:pt x="6099" y="814"/>
                  <a:pt x="5721" y="595"/>
                  <a:pt x="5350" y="364"/>
                </a:cubicBezTo>
                <a:cubicBezTo>
                  <a:pt x="5064" y="186"/>
                  <a:pt x="4649" y="0"/>
                  <a:pt x="416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18"/>
          <p:cNvSpPr/>
          <p:nvPr/>
        </p:nvSpPr>
        <p:spPr>
          <a:xfrm>
            <a:off x="8525700" y="-876271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5680075" y="1326251"/>
            <a:ext cx="2750700" cy="110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type="subTitle" idx="1"/>
          </p:nvPr>
        </p:nvSpPr>
        <p:spPr>
          <a:xfrm>
            <a:off x="5680075" y="2330344"/>
            <a:ext cx="2750700" cy="15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/>
          <p:nvPr/>
        </p:nvSpPr>
        <p:spPr>
          <a:xfrm>
            <a:off x="6924678" y="3927299"/>
            <a:ext cx="2228880" cy="1225736"/>
          </a:xfrm>
          <a:custGeom>
            <a:avLst/>
            <a:gdLst/>
            <a:ahLst/>
            <a:cxnLst/>
            <a:rect l="l" t="t" r="r" b="b"/>
            <a:pathLst>
              <a:path w="24364" h="23656" extrusionOk="0">
                <a:moveTo>
                  <a:pt x="23846" y="0"/>
                </a:moveTo>
                <a:cubicBezTo>
                  <a:pt x="23787" y="0"/>
                  <a:pt x="23728" y="2"/>
                  <a:pt x="23670" y="5"/>
                </a:cubicBezTo>
                <a:cubicBezTo>
                  <a:pt x="23364" y="19"/>
                  <a:pt x="23148" y="51"/>
                  <a:pt x="22831" y="141"/>
                </a:cubicBezTo>
                <a:cubicBezTo>
                  <a:pt x="22278" y="303"/>
                  <a:pt x="21781" y="616"/>
                  <a:pt x="21364" y="1055"/>
                </a:cubicBezTo>
                <a:cubicBezTo>
                  <a:pt x="20414" y="2051"/>
                  <a:pt x="20040" y="3512"/>
                  <a:pt x="19770" y="4840"/>
                </a:cubicBezTo>
                <a:cubicBezTo>
                  <a:pt x="19468" y="6315"/>
                  <a:pt x="19274" y="7815"/>
                  <a:pt x="18856" y="9265"/>
                </a:cubicBezTo>
                <a:cubicBezTo>
                  <a:pt x="18464" y="10617"/>
                  <a:pt x="17856" y="11970"/>
                  <a:pt x="16694" y="12830"/>
                </a:cubicBezTo>
                <a:cubicBezTo>
                  <a:pt x="15725" y="13544"/>
                  <a:pt x="14577" y="13770"/>
                  <a:pt x="13415" y="13770"/>
                </a:cubicBezTo>
                <a:cubicBezTo>
                  <a:pt x="12903" y="13770"/>
                  <a:pt x="12388" y="13726"/>
                  <a:pt x="11884" y="13661"/>
                </a:cubicBezTo>
                <a:cubicBezTo>
                  <a:pt x="10723" y="13512"/>
                  <a:pt x="9523" y="13255"/>
                  <a:pt x="8337" y="13255"/>
                </a:cubicBezTo>
                <a:cubicBezTo>
                  <a:pt x="7811" y="13255"/>
                  <a:pt x="7288" y="13306"/>
                  <a:pt x="6771" y="13438"/>
                </a:cubicBezTo>
                <a:cubicBezTo>
                  <a:pt x="5937" y="13654"/>
                  <a:pt x="5167" y="14104"/>
                  <a:pt x="4473" y="14607"/>
                </a:cubicBezTo>
                <a:cubicBezTo>
                  <a:pt x="3829" y="15075"/>
                  <a:pt x="3257" y="15644"/>
                  <a:pt x="2761" y="16266"/>
                </a:cubicBezTo>
                <a:cubicBezTo>
                  <a:pt x="1796" y="17485"/>
                  <a:pt x="1170" y="18943"/>
                  <a:pt x="731" y="20425"/>
                </a:cubicBezTo>
                <a:cubicBezTo>
                  <a:pt x="415" y="21487"/>
                  <a:pt x="192" y="22569"/>
                  <a:pt x="1" y="23655"/>
                </a:cubicBezTo>
                <a:lnTo>
                  <a:pt x="24364" y="23655"/>
                </a:lnTo>
                <a:lnTo>
                  <a:pt x="24364" y="30"/>
                </a:lnTo>
                <a:cubicBezTo>
                  <a:pt x="24357" y="30"/>
                  <a:pt x="24347" y="26"/>
                  <a:pt x="24332" y="26"/>
                </a:cubicBezTo>
                <a:cubicBezTo>
                  <a:pt x="24260" y="19"/>
                  <a:pt x="24191" y="12"/>
                  <a:pt x="24120" y="8"/>
                </a:cubicBezTo>
                <a:cubicBezTo>
                  <a:pt x="24028" y="4"/>
                  <a:pt x="23936" y="0"/>
                  <a:pt x="238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19"/>
          <p:cNvSpPr/>
          <p:nvPr/>
        </p:nvSpPr>
        <p:spPr>
          <a:xfrm>
            <a:off x="8382825" y="-134268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713225" y="1326250"/>
            <a:ext cx="2750700" cy="110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54" name="Google Shape;154;p20"/>
          <p:cNvSpPr txBox="1"/>
          <p:nvPr>
            <p:ph type="subTitle" idx="1"/>
          </p:nvPr>
        </p:nvSpPr>
        <p:spPr>
          <a:xfrm>
            <a:off x="713359" y="2330350"/>
            <a:ext cx="2750700" cy="15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5" name="Google Shape;155;p20"/>
          <p:cNvGrpSpPr/>
          <p:nvPr/>
        </p:nvGrpSpPr>
        <p:grpSpPr>
          <a:xfrm>
            <a:off x="0" y="2687325"/>
            <a:ext cx="1558778" cy="2456198"/>
            <a:chOff x="0" y="2687325"/>
            <a:chExt cx="1558778" cy="2456198"/>
          </a:xfrm>
        </p:grpSpPr>
        <p:sp>
          <p:nvSpPr>
            <p:cNvPr id="156" name="Google Shape;156;p20"/>
            <p:cNvSpPr/>
            <p:nvPr/>
          </p:nvSpPr>
          <p:spPr>
            <a:xfrm>
              <a:off x="0" y="2889975"/>
              <a:ext cx="1558778" cy="2253548"/>
            </a:xfrm>
            <a:custGeom>
              <a:avLst/>
              <a:gdLst/>
              <a:ahLst/>
              <a:cxnLst/>
              <a:rect l="l" t="t" r="r" b="b"/>
              <a:pathLst>
                <a:path w="16043" h="23193" extrusionOk="0">
                  <a:moveTo>
                    <a:pt x="0" y="1"/>
                  </a:moveTo>
                  <a:lnTo>
                    <a:pt x="0" y="23192"/>
                  </a:lnTo>
                  <a:lnTo>
                    <a:pt x="16042" y="23192"/>
                  </a:lnTo>
                  <a:cubicBezTo>
                    <a:pt x="16002" y="23127"/>
                    <a:pt x="15967" y="23066"/>
                    <a:pt x="15931" y="23005"/>
                  </a:cubicBezTo>
                  <a:cubicBezTo>
                    <a:pt x="15233" y="21904"/>
                    <a:pt x="14186" y="21062"/>
                    <a:pt x="13010" y="20516"/>
                  </a:cubicBezTo>
                  <a:cubicBezTo>
                    <a:pt x="12859" y="20446"/>
                    <a:pt x="12758" y="20403"/>
                    <a:pt x="12625" y="20353"/>
                  </a:cubicBezTo>
                  <a:cubicBezTo>
                    <a:pt x="12517" y="20310"/>
                    <a:pt x="12405" y="20270"/>
                    <a:pt x="12293" y="20235"/>
                  </a:cubicBezTo>
                  <a:cubicBezTo>
                    <a:pt x="12056" y="20159"/>
                    <a:pt x="11815" y="20094"/>
                    <a:pt x="11570" y="20036"/>
                  </a:cubicBezTo>
                  <a:cubicBezTo>
                    <a:pt x="11052" y="19918"/>
                    <a:pt x="10523" y="19828"/>
                    <a:pt x="10001" y="19734"/>
                  </a:cubicBezTo>
                  <a:cubicBezTo>
                    <a:pt x="8955" y="19551"/>
                    <a:pt x="7886" y="19360"/>
                    <a:pt x="6926" y="18885"/>
                  </a:cubicBezTo>
                  <a:cubicBezTo>
                    <a:pt x="5954" y="18407"/>
                    <a:pt x="5234" y="17597"/>
                    <a:pt x="4947" y="16547"/>
                  </a:cubicBezTo>
                  <a:cubicBezTo>
                    <a:pt x="4515" y="14975"/>
                    <a:pt x="5001" y="13399"/>
                    <a:pt x="5580" y="11931"/>
                  </a:cubicBezTo>
                  <a:cubicBezTo>
                    <a:pt x="5875" y="11190"/>
                    <a:pt x="6192" y="10467"/>
                    <a:pt x="6415" y="9701"/>
                  </a:cubicBezTo>
                  <a:cubicBezTo>
                    <a:pt x="6649" y="8902"/>
                    <a:pt x="6810" y="8082"/>
                    <a:pt x="6821" y="7247"/>
                  </a:cubicBezTo>
                  <a:cubicBezTo>
                    <a:pt x="6840" y="5768"/>
                    <a:pt x="6397" y="4336"/>
                    <a:pt x="5544" y="3127"/>
                  </a:cubicBezTo>
                  <a:cubicBezTo>
                    <a:pt x="4799" y="2073"/>
                    <a:pt x="3763" y="1235"/>
                    <a:pt x="2597" y="688"/>
                  </a:cubicBezTo>
                  <a:cubicBezTo>
                    <a:pt x="1781" y="303"/>
                    <a:pt x="900" y="7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67425" y="2687325"/>
              <a:ext cx="395700" cy="395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8" name="Google Shape;158;p20"/>
          <p:cNvSpPr/>
          <p:nvPr/>
        </p:nvSpPr>
        <p:spPr>
          <a:xfrm rot="-8951246">
            <a:off x="1299276" y="-2993894"/>
            <a:ext cx="3922599" cy="3368697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4940925" y="1326251"/>
            <a:ext cx="2750700" cy="110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61" name="Google Shape;161;p21"/>
          <p:cNvSpPr txBox="1"/>
          <p:nvPr>
            <p:ph type="subTitle" idx="1"/>
          </p:nvPr>
        </p:nvSpPr>
        <p:spPr>
          <a:xfrm>
            <a:off x="4940925" y="2330344"/>
            <a:ext cx="2750700" cy="15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1"/>
          <p:cNvSpPr/>
          <p:nvPr/>
        </p:nvSpPr>
        <p:spPr>
          <a:xfrm>
            <a:off x="8005950" y="3736425"/>
            <a:ext cx="3494036" cy="2300917"/>
          </a:xfrm>
          <a:custGeom>
            <a:avLst/>
            <a:gdLst/>
            <a:ahLst/>
            <a:cxnLst/>
            <a:rect l="l" t="t" r="r" b="b"/>
            <a:pathLst>
              <a:path w="11187" h="7367" extrusionOk="0">
                <a:moveTo>
                  <a:pt x="4164" y="0"/>
                </a:moveTo>
                <a:cubicBezTo>
                  <a:pt x="3316" y="0"/>
                  <a:pt x="2256" y="570"/>
                  <a:pt x="1303" y="2750"/>
                </a:cubicBezTo>
                <a:cubicBezTo>
                  <a:pt x="1" y="5722"/>
                  <a:pt x="2244" y="7366"/>
                  <a:pt x="4825" y="7366"/>
                </a:cubicBezTo>
                <a:cubicBezTo>
                  <a:pt x="6207" y="7366"/>
                  <a:pt x="7687" y="6894"/>
                  <a:pt x="8769" y="5901"/>
                </a:cubicBezTo>
                <a:cubicBezTo>
                  <a:pt x="11186" y="3678"/>
                  <a:pt x="8009" y="1750"/>
                  <a:pt x="6491" y="1005"/>
                </a:cubicBezTo>
                <a:cubicBezTo>
                  <a:pt x="6099" y="814"/>
                  <a:pt x="5721" y="595"/>
                  <a:pt x="5350" y="364"/>
                </a:cubicBezTo>
                <a:cubicBezTo>
                  <a:pt x="5064" y="186"/>
                  <a:pt x="4649" y="0"/>
                  <a:pt x="416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21"/>
          <p:cNvSpPr/>
          <p:nvPr/>
        </p:nvSpPr>
        <p:spPr>
          <a:xfrm>
            <a:off x="8331875" y="-74378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66" name="Google Shape;166;p22"/>
          <p:cNvSpPr txBox="1"/>
          <p:nvPr>
            <p:ph type="subTitle" idx="1"/>
          </p:nvPr>
        </p:nvSpPr>
        <p:spPr>
          <a:xfrm>
            <a:off x="4872994" y="3065900"/>
            <a:ext cx="2836800" cy="11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2"/>
          <p:cNvSpPr txBox="1"/>
          <p:nvPr>
            <p:ph type="subTitle" idx="2"/>
          </p:nvPr>
        </p:nvSpPr>
        <p:spPr>
          <a:xfrm>
            <a:off x="1434200" y="3065900"/>
            <a:ext cx="2836800" cy="11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2"/>
          <p:cNvSpPr txBox="1"/>
          <p:nvPr>
            <p:ph type="subTitle" idx="3"/>
          </p:nvPr>
        </p:nvSpPr>
        <p:spPr>
          <a:xfrm>
            <a:off x="1434200" y="2578575"/>
            <a:ext cx="2836800" cy="4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9" name="Google Shape;169;p22"/>
          <p:cNvSpPr txBox="1"/>
          <p:nvPr>
            <p:ph type="subTitle" idx="4"/>
          </p:nvPr>
        </p:nvSpPr>
        <p:spPr>
          <a:xfrm>
            <a:off x="4873004" y="2578575"/>
            <a:ext cx="2836800" cy="4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70" name="Google Shape;170;p22"/>
          <p:cNvGrpSpPr/>
          <p:nvPr/>
        </p:nvGrpSpPr>
        <p:grpSpPr>
          <a:xfrm>
            <a:off x="-255199" y="-9535"/>
            <a:ext cx="9408724" cy="5162561"/>
            <a:chOff x="-255199" y="-9535"/>
            <a:chExt cx="9408724" cy="5162561"/>
          </a:xfrm>
        </p:grpSpPr>
        <p:sp>
          <p:nvSpPr>
            <p:cNvPr id="171" name="Google Shape;171;p22"/>
            <p:cNvSpPr/>
            <p:nvPr/>
          </p:nvSpPr>
          <p:spPr>
            <a:xfrm rot="10800000">
              <a:off x="-255199" y="-9535"/>
              <a:ext cx="3142328" cy="484800"/>
            </a:xfrm>
            <a:custGeom>
              <a:avLst/>
              <a:gdLst/>
              <a:ahLst/>
              <a:cxnLst/>
              <a:rect l="l" t="t" r="r" b="b"/>
              <a:pathLst>
                <a:path w="17748" h="5136" extrusionOk="0">
                  <a:moveTo>
                    <a:pt x="4819" y="1"/>
                  </a:moveTo>
                  <a:cubicBezTo>
                    <a:pt x="4695" y="1"/>
                    <a:pt x="4571" y="13"/>
                    <a:pt x="4447" y="37"/>
                  </a:cubicBezTo>
                  <a:cubicBezTo>
                    <a:pt x="4008" y="123"/>
                    <a:pt x="3588" y="325"/>
                    <a:pt x="3206" y="551"/>
                  </a:cubicBezTo>
                  <a:cubicBezTo>
                    <a:pt x="2814" y="789"/>
                    <a:pt x="2457" y="1077"/>
                    <a:pt x="2138" y="1405"/>
                  </a:cubicBezTo>
                  <a:cubicBezTo>
                    <a:pt x="1469" y="2084"/>
                    <a:pt x="957" y="2904"/>
                    <a:pt x="551" y="3761"/>
                  </a:cubicBezTo>
                  <a:cubicBezTo>
                    <a:pt x="338" y="4207"/>
                    <a:pt x="159" y="4668"/>
                    <a:pt x="1" y="5135"/>
                  </a:cubicBezTo>
                  <a:lnTo>
                    <a:pt x="17748" y="5135"/>
                  </a:lnTo>
                  <a:cubicBezTo>
                    <a:pt x="17582" y="4538"/>
                    <a:pt x="17313" y="3977"/>
                    <a:pt x="16917" y="3498"/>
                  </a:cubicBezTo>
                  <a:cubicBezTo>
                    <a:pt x="16327" y="2793"/>
                    <a:pt x="15510" y="2322"/>
                    <a:pt x="14625" y="2092"/>
                  </a:cubicBezTo>
                  <a:cubicBezTo>
                    <a:pt x="14188" y="1978"/>
                    <a:pt x="13743" y="1929"/>
                    <a:pt x="13297" y="1929"/>
                  </a:cubicBezTo>
                  <a:cubicBezTo>
                    <a:pt x="12568" y="1929"/>
                    <a:pt x="11836" y="2061"/>
                    <a:pt x="11135" y="2257"/>
                  </a:cubicBezTo>
                  <a:cubicBezTo>
                    <a:pt x="10670" y="2389"/>
                    <a:pt x="10197" y="2511"/>
                    <a:pt x="9715" y="2511"/>
                  </a:cubicBezTo>
                  <a:cubicBezTo>
                    <a:pt x="9605" y="2511"/>
                    <a:pt x="9494" y="2505"/>
                    <a:pt x="9383" y="2491"/>
                  </a:cubicBezTo>
                  <a:cubicBezTo>
                    <a:pt x="8976" y="2437"/>
                    <a:pt x="8592" y="2282"/>
                    <a:pt x="8239" y="2077"/>
                  </a:cubicBezTo>
                  <a:cubicBezTo>
                    <a:pt x="7573" y="1685"/>
                    <a:pt x="7012" y="1102"/>
                    <a:pt x="6412" y="649"/>
                  </a:cubicBezTo>
                  <a:cubicBezTo>
                    <a:pt x="6264" y="538"/>
                    <a:pt x="6113" y="433"/>
                    <a:pt x="5954" y="339"/>
                  </a:cubicBezTo>
                  <a:cubicBezTo>
                    <a:pt x="5796" y="246"/>
                    <a:pt x="5645" y="171"/>
                    <a:pt x="5487" y="116"/>
                  </a:cubicBezTo>
                  <a:cubicBezTo>
                    <a:pt x="5267" y="40"/>
                    <a:pt x="5043" y="1"/>
                    <a:pt x="48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172;p22"/>
            <p:cNvSpPr/>
            <p:nvPr/>
          </p:nvSpPr>
          <p:spPr>
            <a:xfrm rot="5400000">
              <a:off x="157065" y="89110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22"/>
            <p:cNvSpPr/>
            <p:nvPr/>
          </p:nvSpPr>
          <p:spPr>
            <a:xfrm rot="10800000" flipH="1">
              <a:off x="7963727" y="3585776"/>
              <a:ext cx="1189799" cy="1567250"/>
            </a:xfrm>
            <a:custGeom>
              <a:avLst/>
              <a:gdLst/>
              <a:ahLst/>
              <a:cxnLst/>
              <a:rect l="l" t="t" r="r" b="b"/>
              <a:pathLst>
                <a:path w="7042" h="9276" extrusionOk="0">
                  <a:moveTo>
                    <a:pt x="1" y="1"/>
                  </a:moveTo>
                  <a:cubicBezTo>
                    <a:pt x="116" y="814"/>
                    <a:pt x="544" y="1555"/>
                    <a:pt x="1094" y="2166"/>
                  </a:cubicBezTo>
                  <a:cubicBezTo>
                    <a:pt x="1450" y="2555"/>
                    <a:pt x="1857" y="2861"/>
                    <a:pt x="2314" y="3120"/>
                  </a:cubicBezTo>
                  <a:cubicBezTo>
                    <a:pt x="2778" y="3386"/>
                    <a:pt x="3260" y="3609"/>
                    <a:pt x="3720" y="3886"/>
                  </a:cubicBezTo>
                  <a:cubicBezTo>
                    <a:pt x="4170" y="4152"/>
                    <a:pt x="4587" y="4466"/>
                    <a:pt x="4890" y="4897"/>
                  </a:cubicBezTo>
                  <a:cubicBezTo>
                    <a:pt x="5145" y="5258"/>
                    <a:pt x="5289" y="5675"/>
                    <a:pt x="5390" y="6103"/>
                  </a:cubicBezTo>
                  <a:cubicBezTo>
                    <a:pt x="5592" y="6955"/>
                    <a:pt x="5685" y="7865"/>
                    <a:pt x="6206" y="8603"/>
                  </a:cubicBezTo>
                  <a:cubicBezTo>
                    <a:pt x="6408" y="8891"/>
                    <a:pt x="6692" y="9143"/>
                    <a:pt x="7013" y="9265"/>
                  </a:cubicBezTo>
                  <a:cubicBezTo>
                    <a:pt x="7023" y="9268"/>
                    <a:pt x="7030" y="9273"/>
                    <a:pt x="7041" y="9276"/>
                  </a:cubicBezTo>
                  <a:lnTo>
                    <a:pt x="70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4" name="Google Shape;174;p22"/>
          <p:cNvSpPr/>
          <p:nvPr/>
        </p:nvSpPr>
        <p:spPr>
          <a:xfrm rot="5998970">
            <a:off x="-2951937" y="3225943"/>
            <a:ext cx="3922585" cy="3368685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type="subTitle" idx="1"/>
          </p:nvPr>
        </p:nvSpPr>
        <p:spPr>
          <a:xfrm>
            <a:off x="4743229" y="1820025"/>
            <a:ext cx="3573300" cy="1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type="subTitle" idx="2"/>
          </p:nvPr>
        </p:nvSpPr>
        <p:spPr>
          <a:xfrm>
            <a:off x="827475" y="1820025"/>
            <a:ext cx="3573300" cy="1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3"/>
          <p:cNvSpPr/>
          <p:nvPr/>
        </p:nvSpPr>
        <p:spPr>
          <a:xfrm rot="-5620785" flipH="1">
            <a:off x="8161983" y="-1102921"/>
            <a:ext cx="3922561" cy="3368665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80" name="Google Shape;180;p23"/>
          <p:cNvGrpSpPr/>
          <p:nvPr/>
        </p:nvGrpSpPr>
        <p:grpSpPr>
          <a:xfrm>
            <a:off x="-58079" y="-76200"/>
            <a:ext cx="9202083" cy="5243547"/>
            <a:chOff x="-58079" y="-76200"/>
            <a:chExt cx="9202083" cy="5243547"/>
          </a:xfrm>
        </p:grpSpPr>
        <p:sp>
          <p:nvSpPr>
            <p:cNvPr id="181" name="Google Shape;181;p23"/>
            <p:cNvSpPr/>
            <p:nvPr/>
          </p:nvSpPr>
          <p:spPr>
            <a:xfrm flipH="1">
              <a:off x="-58079" y="-76200"/>
              <a:ext cx="2382163" cy="1017717"/>
            </a:xfrm>
            <a:custGeom>
              <a:avLst/>
              <a:gdLst/>
              <a:ahLst/>
              <a:cxnLst/>
              <a:rect l="l" t="t" r="r" b="b"/>
              <a:pathLst>
                <a:path w="12233" h="9632" extrusionOk="0">
                  <a:moveTo>
                    <a:pt x="296" y="0"/>
                  </a:moveTo>
                  <a:cubicBezTo>
                    <a:pt x="188" y="389"/>
                    <a:pt x="112" y="785"/>
                    <a:pt x="76" y="1184"/>
                  </a:cubicBezTo>
                  <a:cubicBezTo>
                    <a:pt x="0" y="2044"/>
                    <a:pt x="123" y="2933"/>
                    <a:pt x="605" y="3663"/>
                  </a:cubicBezTo>
                  <a:cubicBezTo>
                    <a:pt x="853" y="4041"/>
                    <a:pt x="1184" y="4379"/>
                    <a:pt x="1594" y="4577"/>
                  </a:cubicBezTo>
                  <a:cubicBezTo>
                    <a:pt x="1927" y="4737"/>
                    <a:pt x="2297" y="4791"/>
                    <a:pt x="2663" y="4791"/>
                  </a:cubicBezTo>
                  <a:cubicBezTo>
                    <a:pt x="2731" y="4791"/>
                    <a:pt x="2800" y="4789"/>
                    <a:pt x="2868" y="4786"/>
                  </a:cubicBezTo>
                  <a:cubicBezTo>
                    <a:pt x="3800" y="4735"/>
                    <a:pt x="4699" y="4419"/>
                    <a:pt x="5631" y="4386"/>
                  </a:cubicBezTo>
                  <a:cubicBezTo>
                    <a:pt x="5669" y="4385"/>
                    <a:pt x="5707" y="4384"/>
                    <a:pt x="5745" y="4384"/>
                  </a:cubicBezTo>
                  <a:cubicBezTo>
                    <a:pt x="6586" y="4384"/>
                    <a:pt x="7397" y="4685"/>
                    <a:pt x="8030" y="5246"/>
                  </a:cubicBezTo>
                  <a:cubicBezTo>
                    <a:pt x="8653" y="5797"/>
                    <a:pt x="9085" y="6526"/>
                    <a:pt x="9538" y="7214"/>
                  </a:cubicBezTo>
                  <a:cubicBezTo>
                    <a:pt x="9769" y="7563"/>
                    <a:pt x="10006" y="7912"/>
                    <a:pt x="10279" y="8228"/>
                  </a:cubicBezTo>
                  <a:cubicBezTo>
                    <a:pt x="10581" y="8585"/>
                    <a:pt x="10930" y="8897"/>
                    <a:pt x="11318" y="9160"/>
                  </a:cubicBezTo>
                  <a:cubicBezTo>
                    <a:pt x="11599" y="9351"/>
                    <a:pt x="11909" y="9520"/>
                    <a:pt x="12233" y="9631"/>
                  </a:cubicBezTo>
                  <a:lnTo>
                    <a:pt x="122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82" name="Google Shape;182;p23"/>
            <p:cNvGrpSpPr/>
            <p:nvPr/>
          </p:nvGrpSpPr>
          <p:grpSpPr>
            <a:xfrm>
              <a:off x="6001676" y="4548927"/>
              <a:ext cx="3142328" cy="618420"/>
              <a:chOff x="6001676" y="4548927"/>
              <a:chExt cx="3142328" cy="618420"/>
            </a:xfrm>
          </p:grpSpPr>
          <p:sp>
            <p:nvSpPr>
              <p:cNvPr id="183" name="Google Shape;183;p23"/>
              <p:cNvSpPr/>
              <p:nvPr/>
            </p:nvSpPr>
            <p:spPr>
              <a:xfrm>
                <a:off x="6001676" y="4682548"/>
                <a:ext cx="3142328" cy="484800"/>
              </a:xfrm>
              <a:custGeom>
                <a:avLst/>
                <a:gdLst/>
                <a:ahLst/>
                <a:cxnLst/>
                <a:rect l="l" t="t" r="r" b="b"/>
                <a:pathLst>
                  <a:path w="17748" h="5136" extrusionOk="0">
                    <a:moveTo>
                      <a:pt x="4819" y="1"/>
                    </a:moveTo>
                    <a:cubicBezTo>
                      <a:pt x="4695" y="1"/>
                      <a:pt x="4571" y="13"/>
                      <a:pt x="4447" y="37"/>
                    </a:cubicBezTo>
                    <a:cubicBezTo>
                      <a:pt x="4008" y="123"/>
                      <a:pt x="3588" y="325"/>
                      <a:pt x="3206" y="551"/>
                    </a:cubicBezTo>
                    <a:cubicBezTo>
                      <a:pt x="2814" y="789"/>
                      <a:pt x="2457" y="1077"/>
                      <a:pt x="2138" y="1405"/>
                    </a:cubicBezTo>
                    <a:cubicBezTo>
                      <a:pt x="1469" y="2084"/>
                      <a:pt x="957" y="2904"/>
                      <a:pt x="551" y="3761"/>
                    </a:cubicBezTo>
                    <a:cubicBezTo>
                      <a:pt x="338" y="4207"/>
                      <a:pt x="159" y="4668"/>
                      <a:pt x="1" y="5135"/>
                    </a:cubicBezTo>
                    <a:lnTo>
                      <a:pt x="17748" y="5135"/>
                    </a:lnTo>
                    <a:cubicBezTo>
                      <a:pt x="17582" y="4538"/>
                      <a:pt x="17313" y="3977"/>
                      <a:pt x="16917" y="3498"/>
                    </a:cubicBezTo>
                    <a:cubicBezTo>
                      <a:pt x="16327" y="2793"/>
                      <a:pt x="15510" y="2322"/>
                      <a:pt x="14625" y="2092"/>
                    </a:cubicBezTo>
                    <a:cubicBezTo>
                      <a:pt x="14188" y="1978"/>
                      <a:pt x="13743" y="1929"/>
                      <a:pt x="13297" y="1929"/>
                    </a:cubicBezTo>
                    <a:cubicBezTo>
                      <a:pt x="12568" y="1929"/>
                      <a:pt x="11836" y="2061"/>
                      <a:pt x="11135" y="2257"/>
                    </a:cubicBezTo>
                    <a:cubicBezTo>
                      <a:pt x="10670" y="2389"/>
                      <a:pt x="10197" y="2511"/>
                      <a:pt x="9715" y="2511"/>
                    </a:cubicBezTo>
                    <a:cubicBezTo>
                      <a:pt x="9605" y="2511"/>
                      <a:pt x="9494" y="2505"/>
                      <a:pt x="9383" y="2491"/>
                    </a:cubicBezTo>
                    <a:cubicBezTo>
                      <a:pt x="8976" y="2437"/>
                      <a:pt x="8592" y="2282"/>
                      <a:pt x="8239" y="2077"/>
                    </a:cubicBezTo>
                    <a:cubicBezTo>
                      <a:pt x="7573" y="1685"/>
                      <a:pt x="7012" y="1102"/>
                      <a:pt x="6412" y="649"/>
                    </a:cubicBezTo>
                    <a:cubicBezTo>
                      <a:pt x="6264" y="538"/>
                      <a:pt x="6113" y="433"/>
                      <a:pt x="5954" y="339"/>
                    </a:cubicBezTo>
                    <a:cubicBezTo>
                      <a:pt x="5796" y="246"/>
                      <a:pt x="5645" y="171"/>
                      <a:pt x="5487" y="116"/>
                    </a:cubicBezTo>
                    <a:cubicBezTo>
                      <a:pt x="5267" y="40"/>
                      <a:pt x="5043" y="1"/>
                      <a:pt x="48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4" name="Google Shape;184;p23"/>
              <p:cNvSpPr/>
              <p:nvPr/>
            </p:nvSpPr>
            <p:spPr>
              <a:xfrm rot="-5400000">
                <a:off x="7097790" y="4548927"/>
                <a:ext cx="395700" cy="395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BODY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type="body" idx="1"/>
          </p:nvPr>
        </p:nvSpPr>
        <p:spPr>
          <a:xfrm>
            <a:off x="872438" y="1476150"/>
            <a:ext cx="3647700" cy="26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type="body" idx="2"/>
          </p:nvPr>
        </p:nvSpPr>
        <p:spPr>
          <a:xfrm>
            <a:off x="4623859" y="1476150"/>
            <a:ext cx="3647700" cy="26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89" name="Google Shape;189;p24"/>
          <p:cNvGrpSpPr/>
          <p:nvPr/>
        </p:nvGrpSpPr>
        <p:grpSpPr>
          <a:xfrm>
            <a:off x="0" y="-45596"/>
            <a:ext cx="9217351" cy="5189119"/>
            <a:chOff x="0" y="-45596"/>
            <a:chExt cx="9217351" cy="5189119"/>
          </a:xfrm>
        </p:grpSpPr>
        <p:sp>
          <p:nvSpPr>
            <p:cNvPr id="190" name="Google Shape;190;p24"/>
            <p:cNvSpPr/>
            <p:nvPr/>
          </p:nvSpPr>
          <p:spPr>
            <a:xfrm>
              <a:off x="0" y="2889975"/>
              <a:ext cx="1558778" cy="2253548"/>
            </a:xfrm>
            <a:custGeom>
              <a:avLst/>
              <a:gdLst/>
              <a:ahLst/>
              <a:cxnLst/>
              <a:rect l="l" t="t" r="r" b="b"/>
              <a:pathLst>
                <a:path w="16043" h="23193" extrusionOk="0">
                  <a:moveTo>
                    <a:pt x="0" y="1"/>
                  </a:moveTo>
                  <a:lnTo>
                    <a:pt x="0" y="23192"/>
                  </a:lnTo>
                  <a:lnTo>
                    <a:pt x="16042" y="23192"/>
                  </a:lnTo>
                  <a:cubicBezTo>
                    <a:pt x="16002" y="23127"/>
                    <a:pt x="15967" y="23066"/>
                    <a:pt x="15931" y="23005"/>
                  </a:cubicBezTo>
                  <a:cubicBezTo>
                    <a:pt x="15233" y="21904"/>
                    <a:pt x="14186" y="21062"/>
                    <a:pt x="13010" y="20516"/>
                  </a:cubicBezTo>
                  <a:cubicBezTo>
                    <a:pt x="12859" y="20446"/>
                    <a:pt x="12758" y="20403"/>
                    <a:pt x="12625" y="20353"/>
                  </a:cubicBezTo>
                  <a:cubicBezTo>
                    <a:pt x="12517" y="20310"/>
                    <a:pt x="12405" y="20270"/>
                    <a:pt x="12293" y="20235"/>
                  </a:cubicBezTo>
                  <a:cubicBezTo>
                    <a:pt x="12056" y="20159"/>
                    <a:pt x="11815" y="20094"/>
                    <a:pt x="11570" y="20036"/>
                  </a:cubicBezTo>
                  <a:cubicBezTo>
                    <a:pt x="11052" y="19918"/>
                    <a:pt x="10523" y="19828"/>
                    <a:pt x="10001" y="19734"/>
                  </a:cubicBezTo>
                  <a:cubicBezTo>
                    <a:pt x="8955" y="19551"/>
                    <a:pt x="7886" y="19360"/>
                    <a:pt x="6926" y="18885"/>
                  </a:cubicBezTo>
                  <a:cubicBezTo>
                    <a:pt x="5954" y="18407"/>
                    <a:pt x="5234" y="17597"/>
                    <a:pt x="4947" y="16547"/>
                  </a:cubicBezTo>
                  <a:cubicBezTo>
                    <a:pt x="4515" y="14975"/>
                    <a:pt x="5001" y="13399"/>
                    <a:pt x="5580" y="11931"/>
                  </a:cubicBezTo>
                  <a:cubicBezTo>
                    <a:pt x="5875" y="11190"/>
                    <a:pt x="6192" y="10467"/>
                    <a:pt x="6415" y="9701"/>
                  </a:cubicBezTo>
                  <a:cubicBezTo>
                    <a:pt x="6649" y="8902"/>
                    <a:pt x="6810" y="8082"/>
                    <a:pt x="6821" y="7247"/>
                  </a:cubicBezTo>
                  <a:cubicBezTo>
                    <a:pt x="6840" y="5768"/>
                    <a:pt x="6397" y="4336"/>
                    <a:pt x="5544" y="3127"/>
                  </a:cubicBezTo>
                  <a:cubicBezTo>
                    <a:pt x="4799" y="2073"/>
                    <a:pt x="3763" y="1235"/>
                    <a:pt x="2597" y="688"/>
                  </a:cubicBezTo>
                  <a:cubicBezTo>
                    <a:pt x="1781" y="303"/>
                    <a:pt x="900" y="7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67425" y="2687325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192;p24"/>
            <p:cNvSpPr/>
            <p:nvPr/>
          </p:nvSpPr>
          <p:spPr>
            <a:xfrm>
              <a:off x="5638800" y="-45596"/>
              <a:ext cx="3578551" cy="572699"/>
            </a:xfrm>
            <a:custGeom>
              <a:avLst/>
              <a:gdLst/>
              <a:ahLst/>
              <a:cxnLst/>
              <a:rect l="l" t="t" r="r" b="b"/>
              <a:pathLst>
                <a:path w="8887" h="2926" extrusionOk="0">
                  <a:moveTo>
                    <a:pt x="0" y="0"/>
                  </a:moveTo>
                  <a:cubicBezTo>
                    <a:pt x="136" y="716"/>
                    <a:pt x="370" y="1447"/>
                    <a:pt x="838" y="2018"/>
                  </a:cubicBezTo>
                  <a:cubicBezTo>
                    <a:pt x="1086" y="2324"/>
                    <a:pt x="1396" y="2569"/>
                    <a:pt x="1755" y="2734"/>
                  </a:cubicBezTo>
                  <a:cubicBezTo>
                    <a:pt x="1946" y="2825"/>
                    <a:pt x="2155" y="2896"/>
                    <a:pt x="2368" y="2918"/>
                  </a:cubicBezTo>
                  <a:cubicBezTo>
                    <a:pt x="2416" y="2923"/>
                    <a:pt x="2465" y="2925"/>
                    <a:pt x="2513" y="2925"/>
                  </a:cubicBezTo>
                  <a:cubicBezTo>
                    <a:pt x="2679" y="2925"/>
                    <a:pt x="2843" y="2898"/>
                    <a:pt x="3004" y="2853"/>
                  </a:cubicBezTo>
                  <a:cubicBezTo>
                    <a:pt x="3436" y="2731"/>
                    <a:pt x="3828" y="2493"/>
                    <a:pt x="4231" y="2307"/>
                  </a:cubicBezTo>
                  <a:cubicBezTo>
                    <a:pt x="4440" y="2209"/>
                    <a:pt x="4656" y="2119"/>
                    <a:pt x="4879" y="2062"/>
                  </a:cubicBezTo>
                  <a:cubicBezTo>
                    <a:pt x="5066" y="2015"/>
                    <a:pt x="5261" y="1998"/>
                    <a:pt x="5456" y="1998"/>
                  </a:cubicBezTo>
                  <a:cubicBezTo>
                    <a:pt x="5530" y="1998"/>
                    <a:pt x="5604" y="2001"/>
                    <a:pt x="5677" y="2005"/>
                  </a:cubicBezTo>
                  <a:cubicBezTo>
                    <a:pt x="6047" y="2029"/>
                    <a:pt x="6423" y="2101"/>
                    <a:pt x="6794" y="2101"/>
                  </a:cubicBezTo>
                  <a:cubicBezTo>
                    <a:pt x="6950" y="2101"/>
                    <a:pt x="7106" y="2089"/>
                    <a:pt x="7260" y="2055"/>
                  </a:cubicBezTo>
                  <a:cubicBezTo>
                    <a:pt x="7667" y="1968"/>
                    <a:pt x="8020" y="1727"/>
                    <a:pt x="8296" y="1417"/>
                  </a:cubicBezTo>
                  <a:cubicBezTo>
                    <a:pt x="8638" y="1037"/>
                    <a:pt x="8887" y="507"/>
                    <a:pt x="88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93" name="Google Shape;193;p24"/>
          <p:cNvSpPr/>
          <p:nvPr/>
        </p:nvSpPr>
        <p:spPr>
          <a:xfrm rot="-6852635" flipH="1">
            <a:off x="8370682" y="3411391"/>
            <a:ext cx="3922575" cy="3368676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96" name="Google Shape;196;p25"/>
          <p:cNvSpPr txBox="1"/>
          <p:nvPr>
            <p:ph type="subTitle" idx="1"/>
          </p:nvPr>
        </p:nvSpPr>
        <p:spPr>
          <a:xfrm>
            <a:off x="1275625" y="2819991"/>
            <a:ext cx="19944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type="subTitle" idx="2"/>
          </p:nvPr>
        </p:nvSpPr>
        <p:spPr>
          <a:xfrm>
            <a:off x="3574824" y="2819991"/>
            <a:ext cx="19944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type="subTitle" idx="3"/>
          </p:nvPr>
        </p:nvSpPr>
        <p:spPr>
          <a:xfrm>
            <a:off x="5874028" y="2819991"/>
            <a:ext cx="19944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5"/>
          <p:cNvSpPr txBox="1"/>
          <p:nvPr>
            <p:ph type="subTitle" idx="4"/>
          </p:nvPr>
        </p:nvSpPr>
        <p:spPr>
          <a:xfrm>
            <a:off x="1275625" y="2451289"/>
            <a:ext cx="19944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0" name="Google Shape;200;p25"/>
          <p:cNvSpPr txBox="1"/>
          <p:nvPr>
            <p:ph type="subTitle" idx="5"/>
          </p:nvPr>
        </p:nvSpPr>
        <p:spPr>
          <a:xfrm>
            <a:off x="3574827" y="2451289"/>
            <a:ext cx="19944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1" name="Google Shape;201;p25"/>
          <p:cNvSpPr txBox="1"/>
          <p:nvPr>
            <p:ph type="subTitle" idx="6"/>
          </p:nvPr>
        </p:nvSpPr>
        <p:spPr>
          <a:xfrm>
            <a:off x="5874036" y="2451289"/>
            <a:ext cx="19944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02" name="Google Shape;202;p25"/>
          <p:cNvGrpSpPr/>
          <p:nvPr/>
        </p:nvGrpSpPr>
        <p:grpSpPr>
          <a:xfrm>
            <a:off x="-19044" y="-57650"/>
            <a:ext cx="9163039" cy="5201149"/>
            <a:chOff x="-19044" y="-57650"/>
            <a:chExt cx="9163039" cy="5201149"/>
          </a:xfrm>
        </p:grpSpPr>
        <p:sp>
          <p:nvSpPr>
            <p:cNvPr id="203" name="Google Shape;203;p25"/>
            <p:cNvSpPr/>
            <p:nvPr/>
          </p:nvSpPr>
          <p:spPr>
            <a:xfrm flipH="1">
              <a:off x="-19044" y="-57650"/>
              <a:ext cx="638170" cy="2823330"/>
            </a:xfrm>
            <a:custGeom>
              <a:avLst/>
              <a:gdLst/>
              <a:ahLst/>
              <a:cxnLst/>
              <a:rect l="l" t="t" r="r" b="b"/>
              <a:pathLst>
                <a:path w="8045" h="17515" extrusionOk="0">
                  <a:moveTo>
                    <a:pt x="8045" y="1"/>
                  </a:moveTo>
                  <a:cubicBezTo>
                    <a:pt x="7286" y="569"/>
                    <a:pt x="6512" y="1116"/>
                    <a:pt x="5746" y="1670"/>
                  </a:cubicBezTo>
                  <a:cubicBezTo>
                    <a:pt x="4757" y="2393"/>
                    <a:pt x="3818" y="3091"/>
                    <a:pt x="2907" y="3922"/>
                  </a:cubicBezTo>
                  <a:cubicBezTo>
                    <a:pt x="2065" y="4692"/>
                    <a:pt x="1328" y="5484"/>
                    <a:pt x="774" y="6451"/>
                  </a:cubicBezTo>
                  <a:cubicBezTo>
                    <a:pt x="501" y="6926"/>
                    <a:pt x="335" y="7307"/>
                    <a:pt x="187" y="7837"/>
                  </a:cubicBezTo>
                  <a:cubicBezTo>
                    <a:pt x="152" y="7970"/>
                    <a:pt x="119" y="8103"/>
                    <a:pt x="94" y="8239"/>
                  </a:cubicBezTo>
                  <a:cubicBezTo>
                    <a:pt x="84" y="8300"/>
                    <a:pt x="72" y="8365"/>
                    <a:pt x="62" y="8426"/>
                  </a:cubicBezTo>
                  <a:cubicBezTo>
                    <a:pt x="58" y="8452"/>
                    <a:pt x="54" y="8477"/>
                    <a:pt x="51" y="8502"/>
                  </a:cubicBezTo>
                  <a:cubicBezTo>
                    <a:pt x="47" y="8513"/>
                    <a:pt x="44" y="8556"/>
                    <a:pt x="44" y="8559"/>
                  </a:cubicBezTo>
                  <a:cubicBezTo>
                    <a:pt x="11" y="8833"/>
                    <a:pt x="1" y="9110"/>
                    <a:pt x="11" y="9383"/>
                  </a:cubicBezTo>
                  <a:cubicBezTo>
                    <a:pt x="29" y="9956"/>
                    <a:pt x="137" y="10488"/>
                    <a:pt x="325" y="11063"/>
                  </a:cubicBezTo>
                  <a:cubicBezTo>
                    <a:pt x="533" y="11704"/>
                    <a:pt x="839" y="12312"/>
                    <a:pt x="1202" y="12884"/>
                  </a:cubicBezTo>
                  <a:cubicBezTo>
                    <a:pt x="2652" y="15168"/>
                    <a:pt x="5092" y="16694"/>
                    <a:pt x="7671" y="17417"/>
                  </a:cubicBezTo>
                  <a:cubicBezTo>
                    <a:pt x="7793" y="17453"/>
                    <a:pt x="7919" y="17481"/>
                    <a:pt x="8045" y="17514"/>
                  </a:cubicBezTo>
                  <a:lnTo>
                    <a:pt x="80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04" name="Google Shape;204;p25"/>
            <p:cNvGrpSpPr/>
            <p:nvPr/>
          </p:nvGrpSpPr>
          <p:grpSpPr>
            <a:xfrm>
              <a:off x="8153410" y="2434487"/>
              <a:ext cx="990586" cy="2709011"/>
              <a:chOff x="8153410" y="2434488"/>
              <a:chExt cx="990586" cy="2709011"/>
            </a:xfrm>
          </p:grpSpPr>
          <p:sp>
            <p:nvSpPr>
              <p:cNvPr id="205" name="Google Shape;205;p25"/>
              <p:cNvSpPr/>
              <p:nvPr/>
            </p:nvSpPr>
            <p:spPr>
              <a:xfrm rot="10800000">
                <a:off x="8153410" y="2505082"/>
                <a:ext cx="990586" cy="2638417"/>
              </a:xfrm>
              <a:custGeom>
                <a:avLst/>
                <a:gdLst/>
                <a:ahLst/>
                <a:cxnLst/>
                <a:rect l="l" t="t" r="r" b="b"/>
                <a:pathLst>
                  <a:path w="20742" h="25735" extrusionOk="0">
                    <a:moveTo>
                      <a:pt x="0" y="1"/>
                    </a:moveTo>
                    <a:lnTo>
                      <a:pt x="0" y="25735"/>
                    </a:lnTo>
                    <a:cubicBezTo>
                      <a:pt x="1403" y="25595"/>
                      <a:pt x="2789" y="25253"/>
                      <a:pt x="4116" y="24760"/>
                    </a:cubicBezTo>
                    <a:cubicBezTo>
                      <a:pt x="6092" y="24026"/>
                      <a:pt x="7952" y="22940"/>
                      <a:pt x="9560" y="21576"/>
                    </a:cubicBezTo>
                    <a:cubicBezTo>
                      <a:pt x="11067" y="20295"/>
                      <a:pt x="12377" y="18762"/>
                      <a:pt x="13297" y="17007"/>
                    </a:cubicBezTo>
                    <a:cubicBezTo>
                      <a:pt x="13712" y="16222"/>
                      <a:pt x="14082" y="15337"/>
                      <a:pt x="14139" y="14463"/>
                    </a:cubicBezTo>
                    <a:cubicBezTo>
                      <a:pt x="14197" y="13653"/>
                      <a:pt x="13956" y="12888"/>
                      <a:pt x="13229" y="12434"/>
                    </a:cubicBezTo>
                    <a:cubicBezTo>
                      <a:pt x="12510" y="11984"/>
                      <a:pt x="11546" y="11952"/>
                      <a:pt x="10711" y="11815"/>
                    </a:cubicBezTo>
                    <a:cubicBezTo>
                      <a:pt x="9042" y="11549"/>
                      <a:pt x="7110" y="10186"/>
                      <a:pt x="10851" y="8937"/>
                    </a:cubicBezTo>
                    <a:cubicBezTo>
                      <a:pt x="11208" y="8818"/>
                      <a:pt x="11578" y="8736"/>
                      <a:pt x="11927" y="8588"/>
                    </a:cubicBezTo>
                    <a:cubicBezTo>
                      <a:pt x="12374" y="8401"/>
                      <a:pt x="12819" y="8214"/>
                      <a:pt x="13262" y="8019"/>
                    </a:cubicBezTo>
                    <a:cubicBezTo>
                      <a:pt x="14924" y="7297"/>
                      <a:pt x="16575" y="6440"/>
                      <a:pt x="17907" y="5228"/>
                    </a:cubicBezTo>
                    <a:cubicBezTo>
                      <a:pt x="18893" y="4325"/>
                      <a:pt x="19716" y="3224"/>
                      <a:pt x="20234" y="2005"/>
                    </a:cubicBezTo>
                    <a:cubicBezTo>
                      <a:pt x="20349" y="1727"/>
                      <a:pt x="20461" y="1407"/>
                      <a:pt x="20547" y="1101"/>
                    </a:cubicBezTo>
                    <a:cubicBezTo>
                      <a:pt x="20623" y="817"/>
                      <a:pt x="20695" y="469"/>
                      <a:pt x="20723" y="223"/>
                    </a:cubicBezTo>
                    <a:cubicBezTo>
                      <a:pt x="20731" y="148"/>
                      <a:pt x="20738" y="76"/>
                      <a:pt x="207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6" name="Google Shape;206;p25"/>
              <p:cNvSpPr/>
              <p:nvPr/>
            </p:nvSpPr>
            <p:spPr>
              <a:xfrm>
                <a:off x="8630400" y="2434488"/>
                <a:ext cx="395700" cy="395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07" name="Google Shape;207;p25"/>
          <p:cNvSpPr/>
          <p:nvPr/>
        </p:nvSpPr>
        <p:spPr>
          <a:xfrm>
            <a:off x="1439100" y="461340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4044825" y="445025"/>
            <a:ext cx="437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10" name="Google Shape;210;p26"/>
          <p:cNvSpPr txBox="1"/>
          <p:nvPr>
            <p:ph type="subTitle" idx="1"/>
          </p:nvPr>
        </p:nvSpPr>
        <p:spPr>
          <a:xfrm>
            <a:off x="4044837" y="2189054"/>
            <a:ext cx="2062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6"/>
          <p:cNvSpPr txBox="1"/>
          <p:nvPr>
            <p:ph type="subTitle" idx="2"/>
          </p:nvPr>
        </p:nvSpPr>
        <p:spPr>
          <a:xfrm>
            <a:off x="6361812" y="2189054"/>
            <a:ext cx="2062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6"/>
          <p:cNvSpPr txBox="1"/>
          <p:nvPr>
            <p:ph type="subTitle" idx="3"/>
          </p:nvPr>
        </p:nvSpPr>
        <p:spPr>
          <a:xfrm>
            <a:off x="4044837" y="3603329"/>
            <a:ext cx="2062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6"/>
          <p:cNvSpPr txBox="1"/>
          <p:nvPr>
            <p:ph type="subTitle" idx="4"/>
          </p:nvPr>
        </p:nvSpPr>
        <p:spPr>
          <a:xfrm>
            <a:off x="6361812" y="3603329"/>
            <a:ext cx="2062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type="subTitle" idx="5"/>
          </p:nvPr>
        </p:nvSpPr>
        <p:spPr>
          <a:xfrm>
            <a:off x="4044825" y="1815375"/>
            <a:ext cx="2062200" cy="46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5" name="Google Shape;215;p26"/>
          <p:cNvSpPr txBox="1"/>
          <p:nvPr>
            <p:ph type="subTitle" idx="6"/>
          </p:nvPr>
        </p:nvSpPr>
        <p:spPr>
          <a:xfrm>
            <a:off x="4044825" y="3229800"/>
            <a:ext cx="2062200" cy="46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6" name="Google Shape;216;p26"/>
          <p:cNvSpPr txBox="1"/>
          <p:nvPr>
            <p:ph type="subTitle" idx="7"/>
          </p:nvPr>
        </p:nvSpPr>
        <p:spPr>
          <a:xfrm>
            <a:off x="6361797" y="1815375"/>
            <a:ext cx="2062200" cy="46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7" name="Google Shape;217;p26"/>
          <p:cNvSpPr txBox="1"/>
          <p:nvPr>
            <p:ph type="subTitle" idx="8"/>
          </p:nvPr>
        </p:nvSpPr>
        <p:spPr>
          <a:xfrm>
            <a:off x="6361797" y="3229800"/>
            <a:ext cx="2062200" cy="46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8" name="Google Shape;218;p26"/>
          <p:cNvSpPr/>
          <p:nvPr/>
        </p:nvSpPr>
        <p:spPr>
          <a:xfrm flipH="1">
            <a:off x="8477241" y="-639075"/>
            <a:ext cx="666759" cy="2417947"/>
          </a:xfrm>
          <a:custGeom>
            <a:avLst/>
            <a:gdLst/>
            <a:ahLst/>
            <a:cxnLst/>
            <a:rect l="l" t="t" r="r" b="b"/>
            <a:pathLst>
              <a:path w="9013" h="19015" extrusionOk="0">
                <a:moveTo>
                  <a:pt x="0" y="1"/>
                </a:moveTo>
                <a:lnTo>
                  <a:pt x="0" y="19015"/>
                </a:lnTo>
                <a:cubicBezTo>
                  <a:pt x="1022" y="18385"/>
                  <a:pt x="2061" y="17788"/>
                  <a:pt x="3054" y="17119"/>
                </a:cubicBezTo>
                <a:cubicBezTo>
                  <a:pt x="3879" y="16561"/>
                  <a:pt x="4666" y="15953"/>
                  <a:pt x="5368" y="15244"/>
                </a:cubicBezTo>
                <a:cubicBezTo>
                  <a:pt x="6044" y="14557"/>
                  <a:pt x="6631" y="13780"/>
                  <a:pt x="7142" y="12963"/>
                </a:cubicBezTo>
                <a:cubicBezTo>
                  <a:pt x="8160" y="11348"/>
                  <a:pt x="9012" y="9362"/>
                  <a:pt x="8523" y="7423"/>
                </a:cubicBezTo>
                <a:cubicBezTo>
                  <a:pt x="8059" y="5588"/>
                  <a:pt x="6530" y="4239"/>
                  <a:pt x="5019" y="3224"/>
                </a:cubicBezTo>
                <a:cubicBezTo>
                  <a:pt x="4040" y="2566"/>
                  <a:pt x="3044" y="1932"/>
                  <a:pt x="2054" y="1289"/>
                </a:cubicBezTo>
                <a:cubicBezTo>
                  <a:pt x="1378" y="850"/>
                  <a:pt x="694" y="414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9" name="Google Shape;219;p26"/>
          <p:cNvSpPr/>
          <p:nvPr/>
        </p:nvSpPr>
        <p:spPr>
          <a:xfrm>
            <a:off x="7713450" y="4416579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2" name="Google Shape;222;p27"/>
          <p:cNvSpPr txBox="1"/>
          <p:nvPr>
            <p:ph type="subTitle" idx="1"/>
          </p:nvPr>
        </p:nvSpPr>
        <p:spPr>
          <a:xfrm>
            <a:off x="1071300" y="1978025"/>
            <a:ext cx="19782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7"/>
          <p:cNvSpPr txBox="1"/>
          <p:nvPr>
            <p:ph type="subTitle" idx="2"/>
          </p:nvPr>
        </p:nvSpPr>
        <p:spPr>
          <a:xfrm>
            <a:off x="3582900" y="1978025"/>
            <a:ext cx="19782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7"/>
          <p:cNvSpPr txBox="1"/>
          <p:nvPr>
            <p:ph type="subTitle" idx="3"/>
          </p:nvPr>
        </p:nvSpPr>
        <p:spPr>
          <a:xfrm>
            <a:off x="1071300" y="3603888"/>
            <a:ext cx="19782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7"/>
          <p:cNvSpPr txBox="1"/>
          <p:nvPr>
            <p:ph type="subTitle" idx="4"/>
          </p:nvPr>
        </p:nvSpPr>
        <p:spPr>
          <a:xfrm>
            <a:off x="3582900" y="3603888"/>
            <a:ext cx="19782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7"/>
          <p:cNvSpPr txBox="1"/>
          <p:nvPr>
            <p:ph type="subTitle" idx="5"/>
          </p:nvPr>
        </p:nvSpPr>
        <p:spPr>
          <a:xfrm>
            <a:off x="6094500" y="1978025"/>
            <a:ext cx="19782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7"/>
          <p:cNvSpPr txBox="1"/>
          <p:nvPr>
            <p:ph type="subTitle" idx="6"/>
          </p:nvPr>
        </p:nvSpPr>
        <p:spPr>
          <a:xfrm>
            <a:off x="6094500" y="3603888"/>
            <a:ext cx="19782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7"/>
          <p:cNvSpPr txBox="1"/>
          <p:nvPr>
            <p:ph type="subTitle" idx="7"/>
          </p:nvPr>
        </p:nvSpPr>
        <p:spPr>
          <a:xfrm>
            <a:off x="1071302" y="1637824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7"/>
          <p:cNvSpPr txBox="1"/>
          <p:nvPr>
            <p:ph type="subTitle" idx="8"/>
          </p:nvPr>
        </p:nvSpPr>
        <p:spPr>
          <a:xfrm>
            <a:off x="3582900" y="1637824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27"/>
          <p:cNvSpPr txBox="1"/>
          <p:nvPr>
            <p:ph type="subTitle" idx="9"/>
          </p:nvPr>
        </p:nvSpPr>
        <p:spPr>
          <a:xfrm>
            <a:off x="6094498" y="1637824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27"/>
          <p:cNvSpPr txBox="1"/>
          <p:nvPr>
            <p:ph type="subTitle" idx="13"/>
          </p:nvPr>
        </p:nvSpPr>
        <p:spPr>
          <a:xfrm>
            <a:off x="1071302" y="3263663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" name="Google Shape;232;p27"/>
          <p:cNvSpPr txBox="1"/>
          <p:nvPr>
            <p:ph type="subTitle" idx="14"/>
          </p:nvPr>
        </p:nvSpPr>
        <p:spPr>
          <a:xfrm>
            <a:off x="3582900" y="3263663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27"/>
          <p:cNvSpPr txBox="1"/>
          <p:nvPr>
            <p:ph type="subTitle" idx="15"/>
          </p:nvPr>
        </p:nvSpPr>
        <p:spPr>
          <a:xfrm>
            <a:off x="6094498" y="3263663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34" name="Google Shape;234;p27"/>
          <p:cNvGrpSpPr/>
          <p:nvPr/>
        </p:nvGrpSpPr>
        <p:grpSpPr>
          <a:xfrm>
            <a:off x="5" y="581486"/>
            <a:ext cx="9143995" cy="4562014"/>
            <a:chOff x="5" y="581486"/>
            <a:chExt cx="9143995" cy="4562014"/>
          </a:xfrm>
        </p:grpSpPr>
        <p:sp>
          <p:nvSpPr>
            <p:cNvPr id="235" name="Google Shape;235;p27"/>
            <p:cNvSpPr/>
            <p:nvPr/>
          </p:nvSpPr>
          <p:spPr>
            <a:xfrm rot="5400000">
              <a:off x="-1328759" y="1910250"/>
              <a:ext cx="3142328" cy="484800"/>
            </a:xfrm>
            <a:custGeom>
              <a:avLst/>
              <a:gdLst/>
              <a:ahLst/>
              <a:cxnLst/>
              <a:rect l="l" t="t" r="r" b="b"/>
              <a:pathLst>
                <a:path w="17748" h="5136" extrusionOk="0">
                  <a:moveTo>
                    <a:pt x="4819" y="1"/>
                  </a:moveTo>
                  <a:cubicBezTo>
                    <a:pt x="4695" y="1"/>
                    <a:pt x="4571" y="13"/>
                    <a:pt x="4447" y="37"/>
                  </a:cubicBezTo>
                  <a:cubicBezTo>
                    <a:pt x="4008" y="123"/>
                    <a:pt x="3588" y="325"/>
                    <a:pt x="3206" y="551"/>
                  </a:cubicBezTo>
                  <a:cubicBezTo>
                    <a:pt x="2814" y="789"/>
                    <a:pt x="2457" y="1077"/>
                    <a:pt x="2138" y="1405"/>
                  </a:cubicBezTo>
                  <a:cubicBezTo>
                    <a:pt x="1469" y="2084"/>
                    <a:pt x="957" y="2904"/>
                    <a:pt x="551" y="3761"/>
                  </a:cubicBezTo>
                  <a:cubicBezTo>
                    <a:pt x="338" y="4207"/>
                    <a:pt x="159" y="4668"/>
                    <a:pt x="1" y="5135"/>
                  </a:cubicBezTo>
                  <a:lnTo>
                    <a:pt x="17748" y="5135"/>
                  </a:lnTo>
                  <a:cubicBezTo>
                    <a:pt x="17582" y="4538"/>
                    <a:pt x="17313" y="3977"/>
                    <a:pt x="16917" y="3498"/>
                  </a:cubicBezTo>
                  <a:cubicBezTo>
                    <a:pt x="16327" y="2793"/>
                    <a:pt x="15510" y="2322"/>
                    <a:pt x="14625" y="2092"/>
                  </a:cubicBezTo>
                  <a:cubicBezTo>
                    <a:pt x="14188" y="1978"/>
                    <a:pt x="13743" y="1929"/>
                    <a:pt x="13297" y="1929"/>
                  </a:cubicBezTo>
                  <a:cubicBezTo>
                    <a:pt x="12568" y="1929"/>
                    <a:pt x="11836" y="2061"/>
                    <a:pt x="11135" y="2257"/>
                  </a:cubicBezTo>
                  <a:cubicBezTo>
                    <a:pt x="10670" y="2389"/>
                    <a:pt x="10197" y="2511"/>
                    <a:pt x="9715" y="2511"/>
                  </a:cubicBezTo>
                  <a:cubicBezTo>
                    <a:pt x="9605" y="2511"/>
                    <a:pt x="9494" y="2505"/>
                    <a:pt x="9383" y="2491"/>
                  </a:cubicBezTo>
                  <a:cubicBezTo>
                    <a:pt x="8976" y="2437"/>
                    <a:pt x="8592" y="2282"/>
                    <a:pt x="8239" y="2077"/>
                  </a:cubicBezTo>
                  <a:cubicBezTo>
                    <a:pt x="7573" y="1685"/>
                    <a:pt x="7012" y="1102"/>
                    <a:pt x="6412" y="649"/>
                  </a:cubicBezTo>
                  <a:cubicBezTo>
                    <a:pt x="6264" y="538"/>
                    <a:pt x="6113" y="433"/>
                    <a:pt x="5954" y="339"/>
                  </a:cubicBezTo>
                  <a:cubicBezTo>
                    <a:pt x="5796" y="246"/>
                    <a:pt x="5645" y="171"/>
                    <a:pt x="5487" y="116"/>
                  </a:cubicBezTo>
                  <a:cubicBezTo>
                    <a:pt x="5267" y="40"/>
                    <a:pt x="5043" y="1"/>
                    <a:pt x="48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236;p27"/>
            <p:cNvSpPr/>
            <p:nvPr/>
          </p:nvSpPr>
          <p:spPr>
            <a:xfrm>
              <a:off x="222725" y="1677600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237;p27"/>
            <p:cNvSpPr/>
            <p:nvPr/>
          </p:nvSpPr>
          <p:spPr>
            <a:xfrm rot="5400000" flipH="1">
              <a:off x="8000980" y="4000480"/>
              <a:ext cx="1247803" cy="1038237"/>
            </a:xfrm>
            <a:custGeom>
              <a:avLst/>
              <a:gdLst/>
              <a:ahLst/>
              <a:cxnLst/>
              <a:rect l="l" t="t" r="r" b="b"/>
              <a:pathLst>
                <a:path w="22965" h="15458" extrusionOk="0">
                  <a:moveTo>
                    <a:pt x="0" y="0"/>
                  </a:moveTo>
                  <a:lnTo>
                    <a:pt x="0" y="14891"/>
                  </a:lnTo>
                  <a:cubicBezTo>
                    <a:pt x="730" y="15289"/>
                    <a:pt x="1526" y="15457"/>
                    <a:pt x="2335" y="15457"/>
                  </a:cubicBezTo>
                  <a:cubicBezTo>
                    <a:pt x="3856" y="15457"/>
                    <a:pt x="5422" y="14863"/>
                    <a:pt x="6674" y="14088"/>
                  </a:cubicBezTo>
                  <a:cubicBezTo>
                    <a:pt x="7692" y="13462"/>
                    <a:pt x="8592" y="12656"/>
                    <a:pt x="9243" y="11645"/>
                  </a:cubicBezTo>
                  <a:cubicBezTo>
                    <a:pt x="9887" y="10639"/>
                    <a:pt x="10300" y="9516"/>
                    <a:pt x="10689" y="8389"/>
                  </a:cubicBezTo>
                  <a:cubicBezTo>
                    <a:pt x="11494" y="6066"/>
                    <a:pt x="12351" y="3497"/>
                    <a:pt x="14599" y="2166"/>
                  </a:cubicBezTo>
                  <a:cubicBezTo>
                    <a:pt x="15750" y="1486"/>
                    <a:pt x="17078" y="1374"/>
                    <a:pt x="18380" y="1302"/>
                  </a:cubicBezTo>
                  <a:cubicBezTo>
                    <a:pt x="19626" y="1230"/>
                    <a:pt x="20949" y="1194"/>
                    <a:pt x="22083" y="611"/>
                  </a:cubicBezTo>
                  <a:cubicBezTo>
                    <a:pt x="22407" y="446"/>
                    <a:pt x="22701" y="241"/>
                    <a:pt x="229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38" name="Google Shape;238;p27"/>
          <p:cNvSpPr/>
          <p:nvPr/>
        </p:nvSpPr>
        <p:spPr>
          <a:xfrm>
            <a:off x="8430775" y="4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>
            <p:ph type="title" hasCustomPrompt="1"/>
          </p:nvPr>
        </p:nvSpPr>
        <p:spPr>
          <a:xfrm>
            <a:off x="713225" y="638350"/>
            <a:ext cx="4056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1" name="Google Shape;241;p28"/>
          <p:cNvSpPr txBox="1"/>
          <p:nvPr>
            <p:ph type="subTitle" idx="1"/>
          </p:nvPr>
        </p:nvSpPr>
        <p:spPr>
          <a:xfrm>
            <a:off x="713225" y="1311342"/>
            <a:ext cx="4056300" cy="3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8"/>
          <p:cNvSpPr txBox="1"/>
          <p:nvPr>
            <p:ph type="title" idx="2" hasCustomPrompt="1"/>
          </p:nvPr>
        </p:nvSpPr>
        <p:spPr>
          <a:xfrm>
            <a:off x="713225" y="2037962"/>
            <a:ext cx="4056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3" name="Google Shape;243;p28"/>
          <p:cNvSpPr txBox="1"/>
          <p:nvPr>
            <p:ph type="subTitle" idx="3"/>
          </p:nvPr>
        </p:nvSpPr>
        <p:spPr>
          <a:xfrm>
            <a:off x="713225" y="2710975"/>
            <a:ext cx="4056300" cy="3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8"/>
          <p:cNvSpPr txBox="1"/>
          <p:nvPr>
            <p:ph type="title" idx="4" hasCustomPrompt="1"/>
          </p:nvPr>
        </p:nvSpPr>
        <p:spPr>
          <a:xfrm>
            <a:off x="713225" y="3437549"/>
            <a:ext cx="4056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8"/>
          <p:cNvSpPr txBox="1"/>
          <p:nvPr>
            <p:ph type="subTitle" idx="5"/>
          </p:nvPr>
        </p:nvSpPr>
        <p:spPr>
          <a:xfrm>
            <a:off x="713225" y="4110573"/>
            <a:ext cx="4056300" cy="3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8"/>
          <p:cNvSpPr/>
          <p:nvPr/>
        </p:nvSpPr>
        <p:spPr>
          <a:xfrm>
            <a:off x="-1544750" y="4189050"/>
            <a:ext cx="3494036" cy="2300917"/>
          </a:xfrm>
          <a:custGeom>
            <a:avLst/>
            <a:gdLst/>
            <a:ahLst/>
            <a:cxnLst/>
            <a:rect l="l" t="t" r="r" b="b"/>
            <a:pathLst>
              <a:path w="11187" h="7367" extrusionOk="0">
                <a:moveTo>
                  <a:pt x="4164" y="0"/>
                </a:moveTo>
                <a:cubicBezTo>
                  <a:pt x="3316" y="0"/>
                  <a:pt x="2256" y="570"/>
                  <a:pt x="1303" y="2750"/>
                </a:cubicBezTo>
                <a:cubicBezTo>
                  <a:pt x="1" y="5722"/>
                  <a:pt x="2244" y="7366"/>
                  <a:pt x="4825" y="7366"/>
                </a:cubicBezTo>
                <a:cubicBezTo>
                  <a:pt x="6207" y="7366"/>
                  <a:pt x="7687" y="6894"/>
                  <a:pt x="8769" y="5901"/>
                </a:cubicBezTo>
                <a:cubicBezTo>
                  <a:pt x="11186" y="3678"/>
                  <a:pt x="8009" y="1750"/>
                  <a:pt x="6491" y="1005"/>
                </a:cubicBezTo>
                <a:cubicBezTo>
                  <a:pt x="6099" y="814"/>
                  <a:pt x="5721" y="595"/>
                  <a:pt x="5350" y="364"/>
                </a:cubicBezTo>
                <a:cubicBezTo>
                  <a:pt x="5064" y="186"/>
                  <a:pt x="4649" y="0"/>
                  <a:pt x="416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28"/>
          <p:cNvSpPr/>
          <p:nvPr/>
        </p:nvSpPr>
        <p:spPr>
          <a:xfrm rot="6017970">
            <a:off x="-3094814" y="-661552"/>
            <a:ext cx="3922591" cy="3368691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/>
          <p:nvPr>
            <p:ph type="title" hasCustomPrompt="1"/>
          </p:nvPr>
        </p:nvSpPr>
        <p:spPr>
          <a:xfrm>
            <a:off x="2001750" y="2878014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0" name="Google Shape;250;p29"/>
          <p:cNvSpPr txBox="1"/>
          <p:nvPr>
            <p:ph type="subTitle" idx="1"/>
          </p:nvPr>
        </p:nvSpPr>
        <p:spPr>
          <a:xfrm>
            <a:off x="4697687" y="1491585"/>
            <a:ext cx="349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1" name="Google Shape;251;p29"/>
          <p:cNvSpPr txBox="1"/>
          <p:nvPr>
            <p:ph type="subTitle" idx="2"/>
          </p:nvPr>
        </p:nvSpPr>
        <p:spPr>
          <a:xfrm>
            <a:off x="4697687" y="1168325"/>
            <a:ext cx="3490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2" name="Google Shape;252;p29"/>
          <p:cNvSpPr txBox="1"/>
          <p:nvPr>
            <p:ph type="title" idx="3" hasCustomPrompt="1"/>
          </p:nvPr>
        </p:nvSpPr>
        <p:spPr>
          <a:xfrm>
            <a:off x="2002338" y="1648846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3" name="Google Shape;253;p29"/>
          <p:cNvSpPr txBox="1"/>
          <p:nvPr>
            <p:ph type="subTitle" idx="4"/>
          </p:nvPr>
        </p:nvSpPr>
        <p:spPr>
          <a:xfrm>
            <a:off x="4697685" y="2729830"/>
            <a:ext cx="349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4" name="Google Shape;254;p29"/>
          <p:cNvSpPr txBox="1"/>
          <p:nvPr>
            <p:ph type="subTitle" idx="5"/>
          </p:nvPr>
        </p:nvSpPr>
        <p:spPr>
          <a:xfrm>
            <a:off x="4697681" y="2406570"/>
            <a:ext cx="3490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5" name="Google Shape;255;p29"/>
          <p:cNvSpPr txBox="1"/>
          <p:nvPr>
            <p:ph type="title" idx="6" hasCustomPrompt="1"/>
          </p:nvPr>
        </p:nvSpPr>
        <p:spPr>
          <a:xfrm>
            <a:off x="2002350" y="4113728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29"/>
          <p:cNvSpPr txBox="1"/>
          <p:nvPr>
            <p:ph type="subTitle" idx="7"/>
          </p:nvPr>
        </p:nvSpPr>
        <p:spPr>
          <a:xfrm>
            <a:off x="4697683" y="3968075"/>
            <a:ext cx="349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7" name="Google Shape;257;p29"/>
          <p:cNvSpPr txBox="1"/>
          <p:nvPr>
            <p:ph type="subTitle" idx="8"/>
          </p:nvPr>
        </p:nvSpPr>
        <p:spPr>
          <a:xfrm>
            <a:off x="4697675" y="3644815"/>
            <a:ext cx="3490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29"/>
          <p:cNvSpPr txBox="1"/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259" name="Google Shape;259;p29"/>
          <p:cNvGrpSpPr/>
          <p:nvPr/>
        </p:nvGrpSpPr>
        <p:grpSpPr>
          <a:xfrm>
            <a:off x="-9525" y="11"/>
            <a:ext cx="9163050" cy="5153037"/>
            <a:chOff x="-9525" y="11"/>
            <a:chExt cx="9163050" cy="5153037"/>
          </a:xfrm>
        </p:grpSpPr>
        <p:grpSp>
          <p:nvGrpSpPr>
            <p:cNvPr id="260" name="Google Shape;260;p29"/>
            <p:cNvGrpSpPr/>
            <p:nvPr/>
          </p:nvGrpSpPr>
          <p:grpSpPr>
            <a:xfrm>
              <a:off x="-9525" y="2709275"/>
              <a:ext cx="1558778" cy="2443773"/>
              <a:chOff x="-9525" y="2709275"/>
              <a:chExt cx="1558778" cy="2443773"/>
            </a:xfrm>
          </p:grpSpPr>
          <p:sp>
            <p:nvSpPr>
              <p:cNvPr id="261" name="Google Shape;261;p29"/>
              <p:cNvSpPr/>
              <p:nvPr/>
            </p:nvSpPr>
            <p:spPr>
              <a:xfrm>
                <a:off x="-9525" y="2899500"/>
                <a:ext cx="1558778" cy="2253548"/>
              </a:xfrm>
              <a:custGeom>
                <a:avLst/>
                <a:gdLst/>
                <a:ahLst/>
                <a:cxnLst/>
                <a:rect l="l" t="t" r="r" b="b"/>
                <a:pathLst>
                  <a:path w="16043" h="23193" extrusionOk="0">
                    <a:moveTo>
                      <a:pt x="0" y="1"/>
                    </a:moveTo>
                    <a:lnTo>
                      <a:pt x="0" y="23192"/>
                    </a:lnTo>
                    <a:lnTo>
                      <a:pt x="16042" y="23192"/>
                    </a:lnTo>
                    <a:cubicBezTo>
                      <a:pt x="16002" y="23127"/>
                      <a:pt x="15967" y="23066"/>
                      <a:pt x="15931" y="23005"/>
                    </a:cubicBezTo>
                    <a:cubicBezTo>
                      <a:pt x="15233" y="21904"/>
                      <a:pt x="14186" y="21062"/>
                      <a:pt x="13010" y="20516"/>
                    </a:cubicBezTo>
                    <a:cubicBezTo>
                      <a:pt x="12859" y="20446"/>
                      <a:pt x="12758" y="20403"/>
                      <a:pt x="12625" y="20353"/>
                    </a:cubicBezTo>
                    <a:cubicBezTo>
                      <a:pt x="12517" y="20310"/>
                      <a:pt x="12405" y="20270"/>
                      <a:pt x="12293" y="20235"/>
                    </a:cubicBezTo>
                    <a:cubicBezTo>
                      <a:pt x="12056" y="20159"/>
                      <a:pt x="11815" y="20094"/>
                      <a:pt x="11570" y="20036"/>
                    </a:cubicBezTo>
                    <a:cubicBezTo>
                      <a:pt x="11052" y="19918"/>
                      <a:pt x="10523" y="19828"/>
                      <a:pt x="10001" y="19734"/>
                    </a:cubicBezTo>
                    <a:cubicBezTo>
                      <a:pt x="8955" y="19551"/>
                      <a:pt x="7886" y="19360"/>
                      <a:pt x="6926" y="18885"/>
                    </a:cubicBezTo>
                    <a:cubicBezTo>
                      <a:pt x="5954" y="18407"/>
                      <a:pt x="5234" y="17597"/>
                      <a:pt x="4947" y="16547"/>
                    </a:cubicBezTo>
                    <a:cubicBezTo>
                      <a:pt x="4515" y="14975"/>
                      <a:pt x="5001" y="13399"/>
                      <a:pt x="5580" y="11931"/>
                    </a:cubicBezTo>
                    <a:cubicBezTo>
                      <a:pt x="5875" y="11190"/>
                      <a:pt x="6192" y="10467"/>
                      <a:pt x="6415" y="9701"/>
                    </a:cubicBezTo>
                    <a:cubicBezTo>
                      <a:pt x="6649" y="8902"/>
                      <a:pt x="6810" y="8082"/>
                      <a:pt x="6821" y="7247"/>
                    </a:cubicBezTo>
                    <a:cubicBezTo>
                      <a:pt x="6840" y="5768"/>
                      <a:pt x="6397" y="4336"/>
                      <a:pt x="5544" y="3127"/>
                    </a:cubicBezTo>
                    <a:cubicBezTo>
                      <a:pt x="4799" y="2073"/>
                      <a:pt x="3763" y="1235"/>
                      <a:pt x="2597" y="688"/>
                    </a:cubicBezTo>
                    <a:cubicBezTo>
                      <a:pt x="1781" y="303"/>
                      <a:pt x="900" y="73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" name="Google Shape;262;p29"/>
              <p:cNvSpPr/>
              <p:nvPr/>
            </p:nvSpPr>
            <p:spPr>
              <a:xfrm>
                <a:off x="153150" y="2709275"/>
                <a:ext cx="395700" cy="395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63" name="Google Shape;263;p29"/>
            <p:cNvSpPr/>
            <p:nvPr/>
          </p:nvSpPr>
          <p:spPr>
            <a:xfrm rot="-5400000" flipH="1">
              <a:off x="7339961" y="1328775"/>
              <a:ext cx="3142328" cy="484800"/>
            </a:xfrm>
            <a:custGeom>
              <a:avLst/>
              <a:gdLst/>
              <a:ahLst/>
              <a:cxnLst/>
              <a:rect l="l" t="t" r="r" b="b"/>
              <a:pathLst>
                <a:path w="17748" h="5136" extrusionOk="0">
                  <a:moveTo>
                    <a:pt x="4819" y="1"/>
                  </a:moveTo>
                  <a:cubicBezTo>
                    <a:pt x="4695" y="1"/>
                    <a:pt x="4571" y="13"/>
                    <a:pt x="4447" y="37"/>
                  </a:cubicBezTo>
                  <a:cubicBezTo>
                    <a:pt x="4008" y="123"/>
                    <a:pt x="3588" y="325"/>
                    <a:pt x="3206" y="551"/>
                  </a:cubicBezTo>
                  <a:cubicBezTo>
                    <a:pt x="2814" y="789"/>
                    <a:pt x="2457" y="1077"/>
                    <a:pt x="2138" y="1405"/>
                  </a:cubicBezTo>
                  <a:cubicBezTo>
                    <a:pt x="1469" y="2084"/>
                    <a:pt x="957" y="2904"/>
                    <a:pt x="551" y="3761"/>
                  </a:cubicBezTo>
                  <a:cubicBezTo>
                    <a:pt x="338" y="4207"/>
                    <a:pt x="159" y="4668"/>
                    <a:pt x="1" y="5135"/>
                  </a:cubicBezTo>
                  <a:lnTo>
                    <a:pt x="17748" y="5135"/>
                  </a:lnTo>
                  <a:cubicBezTo>
                    <a:pt x="17582" y="4538"/>
                    <a:pt x="17313" y="3977"/>
                    <a:pt x="16917" y="3498"/>
                  </a:cubicBezTo>
                  <a:cubicBezTo>
                    <a:pt x="16327" y="2793"/>
                    <a:pt x="15510" y="2322"/>
                    <a:pt x="14625" y="2092"/>
                  </a:cubicBezTo>
                  <a:cubicBezTo>
                    <a:pt x="14188" y="1978"/>
                    <a:pt x="13743" y="1929"/>
                    <a:pt x="13297" y="1929"/>
                  </a:cubicBezTo>
                  <a:cubicBezTo>
                    <a:pt x="12568" y="1929"/>
                    <a:pt x="11836" y="2061"/>
                    <a:pt x="11135" y="2257"/>
                  </a:cubicBezTo>
                  <a:cubicBezTo>
                    <a:pt x="10670" y="2389"/>
                    <a:pt x="10197" y="2511"/>
                    <a:pt x="9715" y="2511"/>
                  </a:cubicBezTo>
                  <a:cubicBezTo>
                    <a:pt x="9605" y="2511"/>
                    <a:pt x="9494" y="2505"/>
                    <a:pt x="9383" y="2491"/>
                  </a:cubicBezTo>
                  <a:cubicBezTo>
                    <a:pt x="8976" y="2437"/>
                    <a:pt x="8592" y="2282"/>
                    <a:pt x="8239" y="2077"/>
                  </a:cubicBezTo>
                  <a:cubicBezTo>
                    <a:pt x="7573" y="1685"/>
                    <a:pt x="7012" y="1102"/>
                    <a:pt x="6412" y="649"/>
                  </a:cubicBezTo>
                  <a:cubicBezTo>
                    <a:pt x="6264" y="538"/>
                    <a:pt x="6113" y="433"/>
                    <a:pt x="5954" y="339"/>
                  </a:cubicBezTo>
                  <a:cubicBezTo>
                    <a:pt x="5796" y="246"/>
                    <a:pt x="5645" y="171"/>
                    <a:pt x="5487" y="116"/>
                  </a:cubicBezTo>
                  <a:cubicBezTo>
                    <a:pt x="5267" y="40"/>
                    <a:pt x="5043" y="1"/>
                    <a:pt x="48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64" name="Google Shape;264;p29"/>
          <p:cNvSpPr/>
          <p:nvPr/>
        </p:nvSpPr>
        <p:spPr>
          <a:xfrm>
            <a:off x="8230425" y="4113729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 txBox="1"/>
          <p:nvPr>
            <p:ph type="title"/>
          </p:nvPr>
        </p:nvSpPr>
        <p:spPr>
          <a:xfrm>
            <a:off x="3971525" y="694000"/>
            <a:ext cx="4459500" cy="9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67" name="Google Shape;267;p30"/>
          <p:cNvSpPr txBox="1"/>
          <p:nvPr>
            <p:ph type="subTitle" idx="1"/>
          </p:nvPr>
        </p:nvSpPr>
        <p:spPr>
          <a:xfrm>
            <a:off x="3971525" y="1694148"/>
            <a:ext cx="4459500" cy="120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0"/>
          <p:cNvSpPr/>
          <p:nvPr/>
        </p:nvSpPr>
        <p:spPr>
          <a:xfrm>
            <a:off x="7954202" y="1"/>
            <a:ext cx="1189799" cy="1567250"/>
          </a:xfrm>
          <a:custGeom>
            <a:avLst/>
            <a:gdLst/>
            <a:ahLst/>
            <a:cxnLst/>
            <a:rect l="l" t="t" r="r" b="b"/>
            <a:pathLst>
              <a:path w="7042" h="9276" extrusionOk="0">
                <a:moveTo>
                  <a:pt x="1" y="1"/>
                </a:moveTo>
                <a:cubicBezTo>
                  <a:pt x="116" y="814"/>
                  <a:pt x="544" y="1555"/>
                  <a:pt x="1094" y="2166"/>
                </a:cubicBezTo>
                <a:cubicBezTo>
                  <a:pt x="1450" y="2555"/>
                  <a:pt x="1857" y="2861"/>
                  <a:pt x="2314" y="3120"/>
                </a:cubicBezTo>
                <a:cubicBezTo>
                  <a:pt x="2778" y="3386"/>
                  <a:pt x="3260" y="3609"/>
                  <a:pt x="3720" y="3886"/>
                </a:cubicBezTo>
                <a:cubicBezTo>
                  <a:pt x="4170" y="4152"/>
                  <a:pt x="4587" y="4466"/>
                  <a:pt x="4890" y="4897"/>
                </a:cubicBezTo>
                <a:cubicBezTo>
                  <a:pt x="5145" y="5258"/>
                  <a:pt x="5289" y="5675"/>
                  <a:pt x="5390" y="6103"/>
                </a:cubicBezTo>
                <a:cubicBezTo>
                  <a:pt x="5592" y="6955"/>
                  <a:pt x="5685" y="7865"/>
                  <a:pt x="6206" y="8603"/>
                </a:cubicBezTo>
                <a:cubicBezTo>
                  <a:pt x="6408" y="8891"/>
                  <a:pt x="6692" y="9143"/>
                  <a:pt x="7013" y="9265"/>
                </a:cubicBezTo>
                <a:cubicBezTo>
                  <a:pt x="7023" y="9268"/>
                  <a:pt x="7030" y="9273"/>
                  <a:pt x="7041" y="9276"/>
                </a:cubicBezTo>
                <a:lnTo>
                  <a:pt x="704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9" name="Google Shape;269;p30"/>
          <p:cNvSpPr/>
          <p:nvPr/>
        </p:nvSpPr>
        <p:spPr>
          <a:xfrm rot="-4279404">
            <a:off x="4085679" y="-2957230"/>
            <a:ext cx="3922572" cy="3368674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70" name="Google Shape;270;p30"/>
          <p:cNvGrpSpPr/>
          <p:nvPr/>
        </p:nvGrpSpPr>
        <p:grpSpPr>
          <a:xfrm rot="-2700000">
            <a:off x="8327828" y="3887114"/>
            <a:ext cx="1454433" cy="1280500"/>
            <a:chOff x="5917100" y="2092158"/>
            <a:chExt cx="1102175" cy="970367"/>
          </a:xfrm>
        </p:grpSpPr>
        <p:sp>
          <p:nvSpPr>
            <p:cNvPr id="271" name="Google Shape;271;p30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77" name="Google Shape;277;p30"/>
          <p:cNvSpPr txBox="1"/>
          <p:nvPr/>
        </p:nvSpPr>
        <p:spPr>
          <a:xfrm>
            <a:off x="3971525" y="3758375"/>
            <a:ext cx="44595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CREDITS: This presentation template was created by </a:t>
            </a:r>
            <a:r>
              <a:rPr lang="en-GB" sz="1000" b="1" u="sng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  <a:hlinkClick r:id="rId2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, and includes icons by </a:t>
            </a:r>
            <a:r>
              <a:rPr lang="en-GB" sz="1000" b="1" u="sng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  <a:hlinkClick r:id="rId3"/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and infographics &amp; images by </a:t>
            </a:r>
            <a:r>
              <a:rPr lang="en-GB" sz="1000" b="1" u="sng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  <a:hlinkClick r:id="rId4"/>
              </a:rPr>
              <a:t>Freepik</a:t>
            </a:r>
            <a:endParaRPr sz="1000" b="1" u="sng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31"/>
          <p:cNvGrpSpPr/>
          <p:nvPr/>
        </p:nvGrpSpPr>
        <p:grpSpPr>
          <a:xfrm rot="-3841284">
            <a:off x="31098" y="3763536"/>
            <a:ext cx="1454351" cy="1280427"/>
            <a:chOff x="5917100" y="2092158"/>
            <a:chExt cx="1102175" cy="970367"/>
          </a:xfrm>
        </p:grpSpPr>
        <p:sp>
          <p:nvSpPr>
            <p:cNvPr id="280" name="Google Shape;280;p31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86" name="Google Shape;286;p31"/>
          <p:cNvGrpSpPr/>
          <p:nvPr/>
        </p:nvGrpSpPr>
        <p:grpSpPr>
          <a:xfrm>
            <a:off x="-76205" y="-76198"/>
            <a:ext cx="1818296" cy="2255930"/>
            <a:chOff x="-76205" y="-76198"/>
            <a:chExt cx="1818296" cy="2255930"/>
          </a:xfrm>
        </p:grpSpPr>
        <p:sp>
          <p:nvSpPr>
            <p:cNvPr id="287" name="Google Shape;287;p31"/>
            <p:cNvSpPr/>
            <p:nvPr/>
          </p:nvSpPr>
          <p:spPr>
            <a:xfrm>
              <a:off x="-76205" y="-76198"/>
              <a:ext cx="1818296" cy="2255930"/>
            </a:xfrm>
            <a:custGeom>
              <a:avLst/>
              <a:gdLst/>
              <a:ahLst/>
              <a:cxnLst/>
              <a:rect l="l" t="t" r="r" b="b"/>
              <a:pathLst>
                <a:path w="20742" h="25735" extrusionOk="0">
                  <a:moveTo>
                    <a:pt x="0" y="1"/>
                  </a:moveTo>
                  <a:lnTo>
                    <a:pt x="0" y="25735"/>
                  </a:lnTo>
                  <a:cubicBezTo>
                    <a:pt x="1403" y="25595"/>
                    <a:pt x="2789" y="25253"/>
                    <a:pt x="4116" y="24760"/>
                  </a:cubicBezTo>
                  <a:cubicBezTo>
                    <a:pt x="6092" y="24026"/>
                    <a:pt x="7952" y="22940"/>
                    <a:pt x="9560" y="21576"/>
                  </a:cubicBezTo>
                  <a:cubicBezTo>
                    <a:pt x="11067" y="20295"/>
                    <a:pt x="12377" y="18762"/>
                    <a:pt x="13297" y="17007"/>
                  </a:cubicBezTo>
                  <a:cubicBezTo>
                    <a:pt x="13712" y="16222"/>
                    <a:pt x="14082" y="15337"/>
                    <a:pt x="14139" y="14463"/>
                  </a:cubicBezTo>
                  <a:cubicBezTo>
                    <a:pt x="14197" y="13653"/>
                    <a:pt x="13956" y="12888"/>
                    <a:pt x="13229" y="12434"/>
                  </a:cubicBezTo>
                  <a:cubicBezTo>
                    <a:pt x="12510" y="11984"/>
                    <a:pt x="11546" y="11952"/>
                    <a:pt x="10711" y="11815"/>
                  </a:cubicBezTo>
                  <a:cubicBezTo>
                    <a:pt x="9042" y="11549"/>
                    <a:pt x="7110" y="10186"/>
                    <a:pt x="10851" y="8937"/>
                  </a:cubicBezTo>
                  <a:cubicBezTo>
                    <a:pt x="11208" y="8818"/>
                    <a:pt x="11578" y="8736"/>
                    <a:pt x="11927" y="8588"/>
                  </a:cubicBezTo>
                  <a:cubicBezTo>
                    <a:pt x="12374" y="8401"/>
                    <a:pt x="12819" y="8214"/>
                    <a:pt x="13262" y="8019"/>
                  </a:cubicBezTo>
                  <a:cubicBezTo>
                    <a:pt x="14924" y="7297"/>
                    <a:pt x="16575" y="6440"/>
                    <a:pt x="17907" y="5228"/>
                  </a:cubicBezTo>
                  <a:cubicBezTo>
                    <a:pt x="18893" y="4325"/>
                    <a:pt x="19716" y="3224"/>
                    <a:pt x="20234" y="2005"/>
                  </a:cubicBezTo>
                  <a:cubicBezTo>
                    <a:pt x="20349" y="1727"/>
                    <a:pt x="20461" y="1407"/>
                    <a:pt x="20547" y="1101"/>
                  </a:cubicBezTo>
                  <a:cubicBezTo>
                    <a:pt x="20623" y="817"/>
                    <a:pt x="20695" y="469"/>
                    <a:pt x="20723" y="223"/>
                  </a:cubicBezTo>
                  <a:cubicBezTo>
                    <a:pt x="20731" y="148"/>
                    <a:pt x="20738" y="76"/>
                    <a:pt x="20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463125" y="1706175"/>
              <a:ext cx="395700" cy="395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/>
          <p:nvPr/>
        </p:nvSpPr>
        <p:spPr>
          <a:xfrm>
            <a:off x="8075500" y="3152325"/>
            <a:ext cx="3494036" cy="2300917"/>
          </a:xfrm>
          <a:custGeom>
            <a:avLst/>
            <a:gdLst/>
            <a:ahLst/>
            <a:cxnLst/>
            <a:rect l="l" t="t" r="r" b="b"/>
            <a:pathLst>
              <a:path w="11187" h="7367" extrusionOk="0">
                <a:moveTo>
                  <a:pt x="4164" y="0"/>
                </a:moveTo>
                <a:cubicBezTo>
                  <a:pt x="3316" y="0"/>
                  <a:pt x="2256" y="570"/>
                  <a:pt x="1303" y="2750"/>
                </a:cubicBezTo>
                <a:cubicBezTo>
                  <a:pt x="1" y="5722"/>
                  <a:pt x="2244" y="7366"/>
                  <a:pt x="4825" y="7366"/>
                </a:cubicBezTo>
                <a:cubicBezTo>
                  <a:pt x="6207" y="7366"/>
                  <a:pt x="7687" y="6894"/>
                  <a:pt x="8769" y="5901"/>
                </a:cubicBezTo>
                <a:cubicBezTo>
                  <a:pt x="11186" y="3678"/>
                  <a:pt x="8009" y="1750"/>
                  <a:pt x="6491" y="1005"/>
                </a:cubicBezTo>
                <a:cubicBezTo>
                  <a:pt x="6099" y="814"/>
                  <a:pt x="5721" y="595"/>
                  <a:pt x="5350" y="364"/>
                </a:cubicBezTo>
                <a:cubicBezTo>
                  <a:pt x="5064" y="186"/>
                  <a:pt x="4649" y="0"/>
                  <a:pt x="416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1" name="Google Shape;291;p32"/>
          <p:cNvSpPr/>
          <p:nvPr/>
        </p:nvSpPr>
        <p:spPr>
          <a:xfrm>
            <a:off x="6534975" y="3273579"/>
            <a:ext cx="3922582" cy="3368683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3"/>
          <p:cNvGrpSpPr/>
          <p:nvPr/>
        </p:nvGrpSpPr>
        <p:grpSpPr>
          <a:xfrm>
            <a:off x="2794889" y="-133343"/>
            <a:ext cx="3554222" cy="1347930"/>
            <a:chOff x="2472250" y="-133343"/>
            <a:chExt cx="3554222" cy="1347930"/>
          </a:xfrm>
        </p:grpSpPr>
        <p:sp>
          <p:nvSpPr>
            <p:cNvPr id="294" name="Google Shape;294;p33"/>
            <p:cNvSpPr/>
            <p:nvPr/>
          </p:nvSpPr>
          <p:spPr>
            <a:xfrm>
              <a:off x="2472250" y="-133343"/>
              <a:ext cx="3554222" cy="1170202"/>
            </a:xfrm>
            <a:custGeom>
              <a:avLst/>
              <a:gdLst/>
              <a:ahLst/>
              <a:cxnLst/>
              <a:rect l="l" t="t" r="r" b="b"/>
              <a:pathLst>
                <a:path w="8887" h="2926" extrusionOk="0">
                  <a:moveTo>
                    <a:pt x="0" y="0"/>
                  </a:moveTo>
                  <a:cubicBezTo>
                    <a:pt x="136" y="716"/>
                    <a:pt x="370" y="1447"/>
                    <a:pt x="838" y="2018"/>
                  </a:cubicBezTo>
                  <a:cubicBezTo>
                    <a:pt x="1086" y="2324"/>
                    <a:pt x="1396" y="2569"/>
                    <a:pt x="1755" y="2734"/>
                  </a:cubicBezTo>
                  <a:cubicBezTo>
                    <a:pt x="1946" y="2825"/>
                    <a:pt x="2155" y="2896"/>
                    <a:pt x="2368" y="2918"/>
                  </a:cubicBezTo>
                  <a:cubicBezTo>
                    <a:pt x="2416" y="2923"/>
                    <a:pt x="2465" y="2925"/>
                    <a:pt x="2513" y="2925"/>
                  </a:cubicBezTo>
                  <a:cubicBezTo>
                    <a:pt x="2679" y="2925"/>
                    <a:pt x="2843" y="2898"/>
                    <a:pt x="3004" y="2853"/>
                  </a:cubicBezTo>
                  <a:cubicBezTo>
                    <a:pt x="3436" y="2731"/>
                    <a:pt x="3828" y="2493"/>
                    <a:pt x="4231" y="2307"/>
                  </a:cubicBezTo>
                  <a:cubicBezTo>
                    <a:pt x="4440" y="2209"/>
                    <a:pt x="4656" y="2119"/>
                    <a:pt x="4879" y="2062"/>
                  </a:cubicBezTo>
                  <a:cubicBezTo>
                    <a:pt x="5066" y="2015"/>
                    <a:pt x="5261" y="1998"/>
                    <a:pt x="5456" y="1998"/>
                  </a:cubicBezTo>
                  <a:cubicBezTo>
                    <a:pt x="5530" y="1998"/>
                    <a:pt x="5604" y="2001"/>
                    <a:pt x="5677" y="2005"/>
                  </a:cubicBezTo>
                  <a:cubicBezTo>
                    <a:pt x="6047" y="2029"/>
                    <a:pt x="6423" y="2101"/>
                    <a:pt x="6794" y="2101"/>
                  </a:cubicBezTo>
                  <a:cubicBezTo>
                    <a:pt x="6950" y="2101"/>
                    <a:pt x="7106" y="2089"/>
                    <a:pt x="7260" y="2055"/>
                  </a:cubicBezTo>
                  <a:cubicBezTo>
                    <a:pt x="7667" y="1968"/>
                    <a:pt x="8020" y="1727"/>
                    <a:pt x="8296" y="1417"/>
                  </a:cubicBezTo>
                  <a:cubicBezTo>
                    <a:pt x="8638" y="1037"/>
                    <a:pt x="8887" y="507"/>
                    <a:pt x="88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33"/>
            <p:cNvSpPr/>
            <p:nvPr/>
          </p:nvSpPr>
          <p:spPr>
            <a:xfrm>
              <a:off x="3429750" y="818888"/>
              <a:ext cx="395700" cy="395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type="subTitle" idx="1"/>
          </p:nvPr>
        </p:nvSpPr>
        <p:spPr>
          <a:xfrm>
            <a:off x="4743229" y="1820025"/>
            <a:ext cx="3573300" cy="1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type="subTitle" idx="2"/>
          </p:nvPr>
        </p:nvSpPr>
        <p:spPr>
          <a:xfrm>
            <a:off x="827475" y="1820025"/>
            <a:ext cx="3573300" cy="1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3"/>
          <p:cNvSpPr/>
          <p:nvPr/>
        </p:nvSpPr>
        <p:spPr>
          <a:xfrm rot="-5620785" flipH="1">
            <a:off x="8161983" y="-1102921"/>
            <a:ext cx="3922561" cy="3368665"/>
          </a:xfrm>
          <a:custGeom>
            <a:avLst/>
            <a:gdLst/>
            <a:ahLst/>
            <a:cxnLst/>
            <a:rect l="l" t="t" r="r" b="b"/>
            <a:pathLst>
              <a:path w="27718" h="23804" fill="none" extrusionOk="0">
                <a:moveTo>
                  <a:pt x="10847" y="21374"/>
                </a:moveTo>
                <a:cubicBezTo>
                  <a:pt x="6515" y="19867"/>
                  <a:pt x="2058" y="17284"/>
                  <a:pt x="608" y="12934"/>
                </a:cubicBezTo>
                <a:cubicBezTo>
                  <a:pt x="87" y="11370"/>
                  <a:pt x="1" y="9686"/>
                  <a:pt x="177" y="8045"/>
                </a:cubicBezTo>
                <a:cubicBezTo>
                  <a:pt x="331" y="6602"/>
                  <a:pt x="702" y="5148"/>
                  <a:pt x="1537" y="3961"/>
                </a:cubicBezTo>
                <a:cubicBezTo>
                  <a:pt x="2533" y="2541"/>
                  <a:pt x="4119" y="1619"/>
                  <a:pt x="5774" y="1090"/>
                </a:cubicBezTo>
                <a:cubicBezTo>
                  <a:pt x="9185" y="0"/>
                  <a:pt x="13128" y="500"/>
                  <a:pt x="16003" y="2637"/>
                </a:cubicBezTo>
                <a:cubicBezTo>
                  <a:pt x="18874" y="4774"/>
                  <a:pt x="20496" y="8574"/>
                  <a:pt x="19791" y="12085"/>
                </a:cubicBezTo>
                <a:cubicBezTo>
                  <a:pt x="19083" y="15593"/>
                  <a:pt x="15931" y="18540"/>
                  <a:pt x="12358" y="18759"/>
                </a:cubicBezTo>
                <a:cubicBezTo>
                  <a:pt x="9441" y="18935"/>
                  <a:pt x="6627" y="17409"/>
                  <a:pt x="4591" y="15315"/>
                </a:cubicBezTo>
                <a:cubicBezTo>
                  <a:pt x="3364" y="14057"/>
                  <a:pt x="2339" y="12542"/>
                  <a:pt x="1925" y="10833"/>
                </a:cubicBezTo>
                <a:cubicBezTo>
                  <a:pt x="1507" y="9125"/>
                  <a:pt x="1763" y="7199"/>
                  <a:pt x="2857" y="5822"/>
                </a:cubicBezTo>
                <a:cubicBezTo>
                  <a:pt x="3536" y="4958"/>
                  <a:pt x="4504" y="4350"/>
                  <a:pt x="5548" y="4004"/>
                </a:cubicBezTo>
                <a:cubicBezTo>
                  <a:pt x="8275" y="3109"/>
                  <a:pt x="11621" y="4256"/>
                  <a:pt x="12966" y="6793"/>
                </a:cubicBezTo>
                <a:cubicBezTo>
                  <a:pt x="14312" y="9329"/>
                  <a:pt x="13200" y="12952"/>
                  <a:pt x="10545" y="14050"/>
                </a:cubicBezTo>
                <a:cubicBezTo>
                  <a:pt x="9283" y="14575"/>
                  <a:pt x="7735" y="14500"/>
                  <a:pt x="6649" y="13668"/>
                </a:cubicBezTo>
                <a:cubicBezTo>
                  <a:pt x="5562" y="12841"/>
                  <a:pt x="5091" y="11214"/>
                  <a:pt x="5746" y="10013"/>
                </a:cubicBezTo>
                <a:cubicBezTo>
                  <a:pt x="6555" y="8527"/>
                  <a:pt x="8717" y="8232"/>
                  <a:pt x="10218" y="9020"/>
                </a:cubicBezTo>
                <a:cubicBezTo>
                  <a:pt x="11714" y="9811"/>
                  <a:pt x="12646" y="11365"/>
                  <a:pt x="13301" y="12927"/>
                </a:cubicBezTo>
                <a:cubicBezTo>
                  <a:pt x="13956" y="14488"/>
                  <a:pt x="14416" y="16150"/>
                  <a:pt x="15337" y="17572"/>
                </a:cubicBezTo>
                <a:cubicBezTo>
                  <a:pt x="16255" y="18993"/>
                  <a:pt x="17783" y="20180"/>
                  <a:pt x="19475" y="20104"/>
                </a:cubicBezTo>
                <a:cubicBezTo>
                  <a:pt x="21436" y="20014"/>
                  <a:pt x="22932" y="18302"/>
                  <a:pt x="23817" y="16550"/>
                </a:cubicBezTo>
                <a:cubicBezTo>
                  <a:pt x="25446" y="13323"/>
                  <a:pt x="25778" y="9304"/>
                  <a:pt x="24073" y="6113"/>
                </a:cubicBezTo>
                <a:cubicBezTo>
                  <a:pt x="22299" y="2792"/>
                  <a:pt x="18521" y="806"/>
                  <a:pt x="14758" y="663"/>
                </a:cubicBezTo>
                <a:cubicBezTo>
                  <a:pt x="12909" y="594"/>
                  <a:pt x="11013" y="932"/>
                  <a:pt x="9422" y="1878"/>
                </a:cubicBezTo>
                <a:cubicBezTo>
                  <a:pt x="7480" y="3033"/>
                  <a:pt x="6120" y="5045"/>
                  <a:pt x="5540" y="7228"/>
                </a:cubicBezTo>
                <a:cubicBezTo>
                  <a:pt x="4965" y="9412"/>
                  <a:pt x="5138" y="11754"/>
                  <a:pt x="5807" y="13912"/>
                </a:cubicBezTo>
                <a:cubicBezTo>
                  <a:pt x="6807" y="17143"/>
                  <a:pt x="8966" y="20047"/>
                  <a:pt x="11898" y="21731"/>
                </a:cubicBezTo>
                <a:cubicBezTo>
                  <a:pt x="14830" y="23415"/>
                  <a:pt x="18532" y="23803"/>
                  <a:pt x="21673" y="22543"/>
                </a:cubicBezTo>
                <a:cubicBezTo>
                  <a:pt x="24810" y="21288"/>
                  <a:pt x="27267" y="18334"/>
                  <a:pt x="27717" y="14981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6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80" name="Google Shape;180;p23"/>
          <p:cNvGrpSpPr/>
          <p:nvPr/>
        </p:nvGrpSpPr>
        <p:grpSpPr>
          <a:xfrm>
            <a:off x="-58079" y="-76200"/>
            <a:ext cx="9202083" cy="5243547"/>
            <a:chOff x="-58079" y="-76200"/>
            <a:chExt cx="9202083" cy="5243547"/>
          </a:xfrm>
        </p:grpSpPr>
        <p:sp>
          <p:nvSpPr>
            <p:cNvPr id="181" name="Google Shape;181;p23"/>
            <p:cNvSpPr/>
            <p:nvPr/>
          </p:nvSpPr>
          <p:spPr>
            <a:xfrm flipH="1">
              <a:off x="-58079" y="-76200"/>
              <a:ext cx="2382163" cy="1017717"/>
            </a:xfrm>
            <a:custGeom>
              <a:avLst/>
              <a:gdLst/>
              <a:ahLst/>
              <a:cxnLst/>
              <a:rect l="l" t="t" r="r" b="b"/>
              <a:pathLst>
                <a:path w="12233" h="9632" extrusionOk="0">
                  <a:moveTo>
                    <a:pt x="296" y="0"/>
                  </a:moveTo>
                  <a:cubicBezTo>
                    <a:pt x="188" y="389"/>
                    <a:pt x="112" y="785"/>
                    <a:pt x="76" y="1184"/>
                  </a:cubicBezTo>
                  <a:cubicBezTo>
                    <a:pt x="0" y="2044"/>
                    <a:pt x="123" y="2933"/>
                    <a:pt x="605" y="3663"/>
                  </a:cubicBezTo>
                  <a:cubicBezTo>
                    <a:pt x="853" y="4041"/>
                    <a:pt x="1184" y="4379"/>
                    <a:pt x="1594" y="4577"/>
                  </a:cubicBezTo>
                  <a:cubicBezTo>
                    <a:pt x="1927" y="4737"/>
                    <a:pt x="2297" y="4791"/>
                    <a:pt x="2663" y="4791"/>
                  </a:cubicBezTo>
                  <a:cubicBezTo>
                    <a:pt x="2731" y="4791"/>
                    <a:pt x="2800" y="4789"/>
                    <a:pt x="2868" y="4786"/>
                  </a:cubicBezTo>
                  <a:cubicBezTo>
                    <a:pt x="3800" y="4735"/>
                    <a:pt x="4699" y="4419"/>
                    <a:pt x="5631" y="4386"/>
                  </a:cubicBezTo>
                  <a:cubicBezTo>
                    <a:pt x="5669" y="4385"/>
                    <a:pt x="5707" y="4384"/>
                    <a:pt x="5745" y="4384"/>
                  </a:cubicBezTo>
                  <a:cubicBezTo>
                    <a:pt x="6586" y="4384"/>
                    <a:pt x="7397" y="4685"/>
                    <a:pt x="8030" y="5246"/>
                  </a:cubicBezTo>
                  <a:cubicBezTo>
                    <a:pt x="8653" y="5797"/>
                    <a:pt x="9085" y="6526"/>
                    <a:pt x="9538" y="7214"/>
                  </a:cubicBezTo>
                  <a:cubicBezTo>
                    <a:pt x="9769" y="7563"/>
                    <a:pt x="10006" y="7912"/>
                    <a:pt x="10279" y="8228"/>
                  </a:cubicBezTo>
                  <a:cubicBezTo>
                    <a:pt x="10581" y="8585"/>
                    <a:pt x="10930" y="8897"/>
                    <a:pt x="11318" y="9160"/>
                  </a:cubicBezTo>
                  <a:cubicBezTo>
                    <a:pt x="11599" y="9351"/>
                    <a:pt x="11909" y="9520"/>
                    <a:pt x="12233" y="9631"/>
                  </a:cubicBezTo>
                  <a:lnTo>
                    <a:pt x="122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182" name="Google Shape;182;p23"/>
            <p:cNvGrpSpPr/>
            <p:nvPr/>
          </p:nvGrpSpPr>
          <p:grpSpPr>
            <a:xfrm>
              <a:off x="6001676" y="4548927"/>
              <a:ext cx="3142328" cy="618420"/>
              <a:chOff x="6001676" y="4548927"/>
              <a:chExt cx="3142328" cy="618420"/>
            </a:xfrm>
          </p:grpSpPr>
          <p:sp>
            <p:nvSpPr>
              <p:cNvPr id="183" name="Google Shape;183;p23"/>
              <p:cNvSpPr/>
              <p:nvPr/>
            </p:nvSpPr>
            <p:spPr>
              <a:xfrm>
                <a:off x="6001676" y="4682548"/>
                <a:ext cx="3142328" cy="484800"/>
              </a:xfrm>
              <a:custGeom>
                <a:avLst/>
                <a:gdLst/>
                <a:ahLst/>
                <a:cxnLst/>
                <a:rect l="l" t="t" r="r" b="b"/>
                <a:pathLst>
                  <a:path w="17748" h="5136" extrusionOk="0">
                    <a:moveTo>
                      <a:pt x="4819" y="1"/>
                    </a:moveTo>
                    <a:cubicBezTo>
                      <a:pt x="4695" y="1"/>
                      <a:pt x="4571" y="13"/>
                      <a:pt x="4447" y="37"/>
                    </a:cubicBezTo>
                    <a:cubicBezTo>
                      <a:pt x="4008" y="123"/>
                      <a:pt x="3588" y="325"/>
                      <a:pt x="3206" y="551"/>
                    </a:cubicBezTo>
                    <a:cubicBezTo>
                      <a:pt x="2814" y="789"/>
                      <a:pt x="2457" y="1077"/>
                      <a:pt x="2138" y="1405"/>
                    </a:cubicBezTo>
                    <a:cubicBezTo>
                      <a:pt x="1469" y="2084"/>
                      <a:pt x="957" y="2904"/>
                      <a:pt x="551" y="3761"/>
                    </a:cubicBezTo>
                    <a:cubicBezTo>
                      <a:pt x="338" y="4207"/>
                      <a:pt x="159" y="4668"/>
                      <a:pt x="1" y="5135"/>
                    </a:cubicBezTo>
                    <a:lnTo>
                      <a:pt x="17748" y="5135"/>
                    </a:lnTo>
                    <a:cubicBezTo>
                      <a:pt x="17582" y="4538"/>
                      <a:pt x="17313" y="3977"/>
                      <a:pt x="16917" y="3498"/>
                    </a:cubicBezTo>
                    <a:cubicBezTo>
                      <a:pt x="16327" y="2793"/>
                      <a:pt x="15510" y="2322"/>
                      <a:pt x="14625" y="2092"/>
                    </a:cubicBezTo>
                    <a:cubicBezTo>
                      <a:pt x="14188" y="1978"/>
                      <a:pt x="13743" y="1929"/>
                      <a:pt x="13297" y="1929"/>
                    </a:cubicBezTo>
                    <a:cubicBezTo>
                      <a:pt x="12568" y="1929"/>
                      <a:pt x="11836" y="2061"/>
                      <a:pt x="11135" y="2257"/>
                    </a:cubicBezTo>
                    <a:cubicBezTo>
                      <a:pt x="10670" y="2389"/>
                      <a:pt x="10197" y="2511"/>
                      <a:pt x="9715" y="2511"/>
                    </a:cubicBezTo>
                    <a:cubicBezTo>
                      <a:pt x="9605" y="2511"/>
                      <a:pt x="9494" y="2505"/>
                      <a:pt x="9383" y="2491"/>
                    </a:cubicBezTo>
                    <a:cubicBezTo>
                      <a:pt x="8976" y="2437"/>
                      <a:pt x="8592" y="2282"/>
                      <a:pt x="8239" y="2077"/>
                    </a:cubicBezTo>
                    <a:cubicBezTo>
                      <a:pt x="7573" y="1685"/>
                      <a:pt x="7012" y="1102"/>
                      <a:pt x="6412" y="649"/>
                    </a:cubicBezTo>
                    <a:cubicBezTo>
                      <a:pt x="6264" y="538"/>
                      <a:pt x="6113" y="433"/>
                      <a:pt x="5954" y="339"/>
                    </a:cubicBezTo>
                    <a:cubicBezTo>
                      <a:pt x="5796" y="246"/>
                      <a:pt x="5645" y="171"/>
                      <a:pt x="5487" y="116"/>
                    </a:cubicBezTo>
                    <a:cubicBezTo>
                      <a:pt x="5267" y="40"/>
                      <a:pt x="5043" y="1"/>
                      <a:pt x="48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84" name="Google Shape;184;p23"/>
              <p:cNvSpPr/>
              <p:nvPr/>
            </p:nvSpPr>
            <p:spPr>
              <a:xfrm rot="-5400000">
                <a:off x="7097790" y="4548927"/>
                <a:ext cx="395700" cy="395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3" Type="http://schemas.openxmlformats.org/officeDocument/2006/relationships/theme" Target="../theme/theme1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●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○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■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●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○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■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●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○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■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●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○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■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●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○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■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●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○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"/>
              <a:buChar char="■"/>
              <a:defRPr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22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2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image" Target="../media/image5.png"/><Relationship Id="rId2" Type="http://schemas.openxmlformats.org/officeDocument/2006/relationships/tags" Target="../tags/tag1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0" Type="http://schemas.openxmlformats.org/officeDocument/2006/relationships/slideLayout" Target="../slideLayouts/slideLayout24.xml"/><Relationship Id="rId3" Type="http://schemas.openxmlformats.org/officeDocument/2006/relationships/tags" Target="../tags/tag17.xml"/><Relationship Id="rId29" Type="http://schemas.openxmlformats.org/officeDocument/2006/relationships/tags" Target="../tags/tag39.xml"/><Relationship Id="rId28" Type="http://schemas.openxmlformats.org/officeDocument/2006/relationships/tags" Target="../tags/tag38.xml"/><Relationship Id="rId27" Type="http://schemas.openxmlformats.org/officeDocument/2006/relationships/image" Target="../media/image9.svg"/><Relationship Id="rId26" Type="http://schemas.openxmlformats.org/officeDocument/2006/relationships/image" Target="../media/image8.png"/><Relationship Id="rId25" Type="http://schemas.openxmlformats.org/officeDocument/2006/relationships/image" Target="../media/image7.svg"/><Relationship Id="rId24" Type="http://schemas.openxmlformats.org/officeDocument/2006/relationships/image" Target="../media/image6.png"/><Relationship Id="rId23" Type="http://schemas.openxmlformats.org/officeDocument/2006/relationships/tags" Target="../tags/tag37.xml"/><Relationship Id="rId22" Type="http://schemas.openxmlformats.org/officeDocument/2006/relationships/tags" Target="../tags/tag36.xml"/><Relationship Id="rId21" Type="http://schemas.openxmlformats.org/officeDocument/2006/relationships/tags" Target="../tags/tag35.xml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4" Type="http://schemas.openxmlformats.org/officeDocument/2006/relationships/slideLayout" Target="../slideLayouts/slideLayout24.xml"/><Relationship Id="rId43" Type="http://schemas.openxmlformats.org/officeDocument/2006/relationships/tags" Target="../tags/tag68.xml"/><Relationship Id="rId42" Type="http://schemas.openxmlformats.org/officeDocument/2006/relationships/tags" Target="../tags/tag67.xml"/><Relationship Id="rId41" Type="http://schemas.openxmlformats.org/officeDocument/2006/relationships/image" Target="../media/image23.svg"/><Relationship Id="rId40" Type="http://schemas.openxmlformats.org/officeDocument/2006/relationships/image" Target="../media/image22.png"/><Relationship Id="rId4" Type="http://schemas.openxmlformats.org/officeDocument/2006/relationships/tags" Target="../tags/tag43.xml"/><Relationship Id="rId39" Type="http://schemas.openxmlformats.org/officeDocument/2006/relationships/tags" Target="../tags/tag66.xml"/><Relationship Id="rId38" Type="http://schemas.openxmlformats.org/officeDocument/2006/relationships/tags" Target="../tags/tag65.xml"/><Relationship Id="rId37" Type="http://schemas.openxmlformats.org/officeDocument/2006/relationships/image" Target="../media/image21.svg"/><Relationship Id="rId36" Type="http://schemas.openxmlformats.org/officeDocument/2006/relationships/image" Target="../media/image20.png"/><Relationship Id="rId35" Type="http://schemas.openxmlformats.org/officeDocument/2006/relationships/tags" Target="../tags/tag64.xml"/><Relationship Id="rId34" Type="http://schemas.openxmlformats.org/officeDocument/2006/relationships/image" Target="../media/image19.svg"/><Relationship Id="rId33" Type="http://schemas.openxmlformats.org/officeDocument/2006/relationships/image" Target="../media/image18.png"/><Relationship Id="rId32" Type="http://schemas.openxmlformats.org/officeDocument/2006/relationships/image" Target="../media/image17.svg"/><Relationship Id="rId31" Type="http://schemas.openxmlformats.org/officeDocument/2006/relationships/image" Target="../media/image16.png"/><Relationship Id="rId30" Type="http://schemas.openxmlformats.org/officeDocument/2006/relationships/image" Target="../media/image15.svg"/><Relationship Id="rId3" Type="http://schemas.openxmlformats.org/officeDocument/2006/relationships/tags" Target="../tags/tag42.xml"/><Relationship Id="rId29" Type="http://schemas.openxmlformats.org/officeDocument/2006/relationships/image" Target="../media/image14.png"/><Relationship Id="rId28" Type="http://schemas.openxmlformats.org/officeDocument/2006/relationships/image" Target="../media/image13.svg"/><Relationship Id="rId27" Type="http://schemas.openxmlformats.org/officeDocument/2006/relationships/image" Target="../media/image12.png"/><Relationship Id="rId26" Type="http://schemas.openxmlformats.org/officeDocument/2006/relationships/tags" Target="../tags/tag63.xml"/><Relationship Id="rId25" Type="http://schemas.openxmlformats.org/officeDocument/2006/relationships/image" Target="../media/image11.svg"/><Relationship Id="rId24" Type="http://schemas.openxmlformats.org/officeDocument/2006/relationships/image" Target="../media/image10.png"/><Relationship Id="rId23" Type="http://schemas.openxmlformats.org/officeDocument/2006/relationships/tags" Target="../tags/tag62.xml"/><Relationship Id="rId22" Type="http://schemas.openxmlformats.org/officeDocument/2006/relationships/tags" Target="../tags/tag61.xml"/><Relationship Id="rId21" Type="http://schemas.openxmlformats.org/officeDocument/2006/relationships/tags" Target="../tags/tag60.xml"/><Relationship Id="rId20" Type="http://schemas.openxmlformats.org/officeDocument/2006/relationships/tags" Target="../tags/tag59.xml"/><Relationship Id="rId2" Type="http://schemas.openxmlformats.org/officeDocument/2006/relationships/tags" Target="../tags/tag41.xml"/><Relationship Id="rId19" Type="http://schemas.openxmlformats.org/officeDocument/2006/relationships/tags" Target="../tags/tag58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6" Type="http://schemas.openxmlformats.org/officeDocument/2006/relationships/slideLayout" Target="../slideLayouts/slideLayout33.xml"/><Relationship Id="rId25" Type="http://schemas.openxmlformats.org/officeDocument/2006/relationships/tags" Target="../tags/tag91.xml"/><Relationship Id="rId24" Type="http://schemas.openxmlformats.org/officeDocument/2006/relationships/tags" Target="../tags/tag90.xml"/><Relationship Id="rId23" Type="http://schemas.openxmlformats.org/officeDocument/2006/relationships/image" Target="../media/image25.png"/><Relationship Id="rId22" Type="http://schemas.openxmlformats.org/officeDocument/2006/relationships/tags" Target="../tags/tag89.xml"/><Relationship Id="rId21" Type="http://schemas.openxmlformats.org/officeDocument/2006/relationships/tags" Target="../tags/tag88.xml"/><Relationship Id="rId20" Type="http://schemas.openxmlformats.org/officeDocument/2006/relationships/tags" Target="../tags/tag87.xml"/><Relationship Id="rId2" Type="http://schemas.openxmlformats.org/officeDocument/2006/relationships/image" Target="../media/image24.png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"/>
          <p:cNvSpPr txBox="1"/>
          <p:nvPr>
            <p:ph type="ctrTitle"/>
          </p:nvPr>
        </p:nvSpPr>
        <p:spPr>
          <a:xfrm>
            <a:off x="2411910" y="1203600"/>
            <a:ext cx="3804600" cy="153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</a:t>
            </a:r>
            <a:r>
              <a:rPr lang="en-GB"/>
              <a:t>LUCOSE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ASSISTANT</a:t>
            </a:r>
            <a:endParaRPr lang="en-GB"/>
          </a:p>
        </p:txBody>
      </p:sp>
      <p:sp>
        <p:nvSpPr>
          <p:cNvPr id="301" name="Google Shape;301;p34"/>
          <p:cNvSpPr/>
          <p:nvPr/>
        </p:nvSpPr>
        <p:spPr>
          <a:xfrm>
            <a:off x="5397250" y="3083025"/>
            <a:ext cx="3746757" cy="2060497"/>
          </a:xfrm>
          <a:custGeom>
            <a:avLst/>
            <a:gdLst/>
            <a:ahLst/>
            <a:cxnLst/>
            <a:rect l="l" t="t" r="r" b="b"/>
            <a:pathLst>
              <a:path w="24364" h="23656" extrusionOk="0">
                <a:moveTo>
                  <a:pt x="23846" y="0"/>
                </a:moveTo>
                <a:cubicBezTo>
                  <a:pt x="23787" y="0"/>
                  <a:pt x="23728" y="2"/>
                  <a:pt x="23670" y="5"/>
                </a:cubicBezTo>
                <a:cubicBezTo>
                  <a:pt x="23364" y="19"/>
                  <a:pt x="23148" y="51"/>
                  <a:pt x="22831" y="141"/>
                </a:cubicBezTo>
                <a:cubicBezTo>
                  <a:pt x="22278" y="303"/>
                  <a:pt x="21781" y="616"/>
                  <a:pt x="21364" y="1055"/>
                </a:cubicBezTo>
                <a:cubicBezTo>
                  <a:pt x="20414" y="2051"/>
                  <a:pt x="20040" y="3512"/>
                  <a:pt x="19770" y="4840"/>
                </a:cubicBezTo>
                <a:cubicBezTo>
                  <a:pt x="19468" y="6315"/>
                  <a:pt x="19274" y="7815"/>
                  <a:pt x="18856" y="9265"/>
                </a:cubicBezTo>
                <a:cubicBezTo>
                  <a:pt x="18464" y="10617"/>
                  <a:pt x="17856" y="11970"/>
                  <a:pt x="16694" y="12830"/>
                </a:cubicBezTo>
                <a:cubicBezTo>
                  <a:pt x="15725" y="13544"/>
                  <a:pt x="14577" y="13770"/>
                  <a:pt x="13415" y="13770"/>
                </a:cubicBezTo>
                <a:cubicBezTo>
                  <a:pt x="12903" y="13770"/>
                  <a:pt x="12388" y="13726"/>
                  <a:pt x="11884" y="13661"/>
                </a:cubicBezTo>
                <a:cubicBezTo>
                  <a:pt x="10723" y="13512"/>
                  <a:pt x="9523" y="13255"/>
                  <a:pt x="8337" y="13255"/>
                </a:cubicBezTo>
                <a:cubicBezTo>
                  <a:pt x="7811" y="13255"/>
                  <a:pt x="7288" y="13306"/>
                  <a:pt x="6771" y="13438"/>
                </a:cubicBezTo>
                <a:cubicBezTo>
                  <a:pt x="5937" y="13654"/>
                  <a:pt x="5167" y="14104"/>
                  <a:pt x="4473" y="14607"/>
                </a:cubicBezTo>
                <a:cubicBezTo>
                  <a:pt x="3829" y="15075"/>
                  <a:pt x="3257" y="15644"/>
                  <a:pt x="2761" y="16266"/>
                </a:cubicBezTo>
                <a:cubicBezTo>
                  <a:pt x="1796" y="17485"/>
                  <a:pt x="1170" y="18943"/>
                  <a:pt x="731" y="20425"/>
                </a:cubicBezTo>
                <a:cubicBezTo>
                  <a:pt x="415" y="21487"/>
                  <a:pt x="192" y="22569"/>
                  <a:pt x="1" y="23655"/>
                </a:cubicBezTo>
                <a:lnTo>
                  <a:pt x="24364" y="23655"/>
                </a:lnTo>
                <a:lnTo>
                  <a:pt x="24364" y="30"/>
                </a:lnTo>
                <a:cubicBezTo>
                  <a:pt x="24357" y="30"/>
                  <a:pt x="24347" y="26"/>
                  <a:pt x="24332" y="26"/>
                </a:cubicBezTo>
                <a:cubicBezTo>
                  <a:pt x="24260" y="19"/>
                  <a:pt x="24191" y="12"/>
                  <a:pt x="24120" y="8"/>
                </a:cubicBezTo>
                <a:cubicBezTo>
                  <a:pt x="24028" y="4"/>
                  <a:pt x="23936" y="0"/>
                  <a:pt x="238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2" name="Google Shape;302;p34"/>
          <p:cNvSpPr/>
          <p:nvPr/>
        </p:nvSpPr>
        <p:spPr>
          <a:xfrm flipH="1">
            <a:off x="7550208" y="-639075"/>
            <a:ext cx="1593791" cy="2417947"/>
          </a:xfrm>
          <a:custGeom>
            <a:avLst/>
            <a:gdLst/>
            <a:ahLst/>
            <a:cxnLst/>
            <a:rect l="l" t="t" r="r" b="b"/>
            <a:pathLst>
              <a:path w="9013" h="19015" extrusionOk="0">
                <a:moveTo>
                  <a:pt x="0" y="1"/>
                </a:moveTo>
                <a:lnTo>
                  <a:pt x="0" y="19015"/>
                </a:lnTo>
                <a:cubicBezTo>
                  <a:pt x="1022" y="18385"/>
                  <a:pt x="2061" y="17788"/>
                  <a:pt x="3054" y="17119"/>
                </a:cubicBezTo>
                <a:cubicBezTo>
                  <a:pt x="3879" y="16561"/>
                  <a:pt x="4666" y="15953"/>
                  <a:pt x="5368" y="15244"/>
                </a:cubicBezTo>
                <a:cubicBezTo>
                  <a:pt x="6044" y="14557"/>
                  <a:pt x="6631" y="13780"/>
                  <a:pt x="7142" y="12963"/>
                </a:cubicBezTo>
                <a:cubicBezTo>
                  <a:pt x="8160" y="11348"/>
                  <a:pt x="9012" y="9362"/>
                  <a:pt x="8523" y="7423"/>
                </a:cubicBezTo>
                <a:cubicBezTo>
                  <a:pt x="8059" y="5588"/>
                  <a:pt x="6530" y="4239"/>
                  <a:pt x="5019" y="3224"/>
                </a:cubicBezTo>
                <a:cubicBezTo>
                  <a:pt x="4040" y="2566"/>
                  <a:pt x="3044" y="1932"/>
                  <a:pt x="2054" y="1289"/>
                </a:cubicBezTo>
                <a:cubicBezTo>
                  <a:pt x="1378" y="850"/>
                  <a:pt x="694" y="414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03" name="Google Shape;303;p34"/>
          <p:cNvGrpSpPr/>
          <p:nvPr/>
        </p:nvGrpSpPr>
        <p:grpSpPr>
          <a:xfrm rot="-5803427">
            <a:off x="8032396" y="3715751"/>
            <a:ext cx="1454404" cy="1280474"/>
            <a:chOff x="5917100" y="2092158"/>
            <a:chExt cx="1102175" cy="970367"/>
          </a:xfrm>
        </p:grpSpPr>
        <p:sp>
          <p:nvSpPr>
            <p:cNvPr id="304" name="Google Shape;304;p34"/>
            <p:cNvSpPr/>
            <p:nvPr/>
          </p:nvSpPr>
          <p:spPr>
            <a:xfrm>
              <a:off x="6030002" y="2238502"/>
              <a:ext cx="719415" cy="824023"/>
            </a:xfrm>
            <a:custGeom>
              <a:avLst/>
              <a:gdLst/>
              <a:ahLst/>
              <a:cxnLst/>
              <a:rect l="l" t="t" r="r" b="b"/>
              <a:pathLst>
                <a:path w="8067" h="9240" fill="none" extrusionOk="0">
                  <a:moveTo>
                    <a:pt x="378" y="9239"/>
                  </a:moveTo>
                  <a:cubicBezTo>
                    <a:pt x="378" y="9239"/>
                    <a:pt x="0" y="3350"/>
                    <a:pt x="806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6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305;p34"/>
            <p:cNvSpPr/>
            <p:nvPr/>
          </p:nvSpPr>
          <p:spPr>
            <a:xfrm>
              <a:off x="6580242" y="2133270"/>
              <a:ext cx="439033" cy="188794"/>
            </a:xfrm>
            <a:custGeom>
              <a:avLst/>
              <a:gdLst/>
              <a:ahLst/>
              <a:cxnLst/>
              <a:rect l="l" t="t" r="r" b="b"/>
              <a:pathLst>
                <a:path w="4923" h="2117" extrusionOk="0">
                  <a:moveTo>
                    <a:pt x="4553" y="1"/>
                  </a:moveTo>
                  <a:cubicBezTo>
                    <a:pt x="3675" y="1"/>
                    <a:pt x="1426" y="199"/>
                    <a:pt x="0" y="2094"/>
                  </a:cubicBezTo>
                  <a:cubicBezTo>
                    <a:pt x="0" y="2094"/>
                    <a:pt x="172" y="2117"/>
                    <a:pt x="461" y="2117"/>
                  </a:cubicBezTo>
                  <a:cubicBezTo>
                    <a:pt x="1370" y="2117"/>
                    <a:pt x="3437" y="1891"/>
                    <a:pt x="4922" y="15"/>
                  </a:cubicBezTo>
                  <a:cubicBezTo>
                    <a:pt x="4922" y="15"/>
                    <a:pt x="4786" y="1"/>
                    <a:pt x="455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306;p34"/>
            <p:cNvSpPr/>
            <p:nvPr/>
          </p:nvSpPr>
          <p:spPr>
            <a:xfrm>
              <a:off x="6280241" y="2430685"/>
              <a:ext cx="464985" cy="138497"/>
            </a:xfrm>
            <a:custGeom>
              <a:avLst/>
              <a:gdLst/>
              <a:ahLst/>
              <a:cxnLst/>
              <a:rect l="l" t="t" r="r" b="b"/>
              <a:pathLst>
                <a:path w="5214" h="1553" extrusionOk="0">
                  <a:moveTo>
                    <a:pt x="3675" y="0"/>
                  </a:moveTo>
                  <a:cubicBezTo>
                    <a:pt x="2615" y="0"/>
                    <a:pt x="1190" y="253"/>
                    <a:pt x="0" y="1353"/>
                  </a:cubicBezTo>
                  <a:cubicBezTo>
                    <a:pt x="0" y="1353"/>
                    <a:pt x="622" y="1552"/>
                    <a:pt x="1526" y="1552"/>
                  </a:cubicBezTo>
                  <a:cubicBezTo>
                    <a:pt x="2557" y="1552"/>
                    <a:pt x="3953" y="1293"/>
                    <a:pt x="5214" y="183"/>
                  </a:cubicBezTo>
                  <a:cubicBezTo>
                    <a:pt x="5214" y="183"/>
                    <a:pt x="4577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34"/>
            <p:cNvSpPr/>
            <p:nvPr/>
          </p:nvSpPr>
          <p:spPr>
            <a:xfrm>
              <a:off x="6207113" y="2092158"/>
              <a:ext cx="260316" cy="461417"/>
            </a:xfrm>
            <a:custGeom>
              <a:avLst/>
              <a:gdLst/>
              <a:ahLst/>
              <a:cxnLst/>
              <a:rect l="l" t="t" r="r" b="b"/>
              <a:pathLst>
                <a:path w="2919" h="5174" extrusionOk="0">
                  <a:moveTo>
                    <a:pt x="2145" y="1"/>
                  </a:moveTo>
                  <a:lnTo>
                    <a:pt x="2145" y="1"/>
                  </a:lnTo>
                  <a:cubicBezTo>
                    <a:pt x="2145" y="1"/>
                    <a:pt x="0" y="2286"/>
                    <a:pt x="810" y="5174"/>
                  </a:cubicBezTo>
                  <a:cubicBezTo>
                    <a:pt x="810" y="5174"/>
                    <a:pt x="2919" y="3055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34"/>
            <p:cNvSpPr/>
            <p:nvPr/>
          </p:nvSpPr>
          <p:spPr>
            <a:xfrm>
              <a:off x="6084223" y="2626078"/>
              <a:ext cx="387041" cy="277885"/>
            </a:xfrm>
            <a:custGeom>
              <a:avLst/>
              <a:gdLst/>
              <a:ahLst/>
              <a:cxnLst/>
              <a:rect l="l" t="t" r="r" b="b"/>
              <a:pathLst>
                <a:path w="4340" h="3116" extrusionOk="0">
                  <a:moveTo>
                    <a:pt x="4340" y="0"/>
                  </a:moveTo>
                  <a:lnTo>
                    <a:pt x="4340" y="0"/>
                  </a:lnTo>
                  <a:cubicBezTo>
                    <a:pt x="4339" y="0"/>
                    <a:pt x="1231" y="382"/>
                    <a:pt x="1" y="3115"/>
                  </a:cubicBezTo>
                  <a:cubicBezTo>
                    <a:pt x="1" y="3115"/>
                    <a:pt x="2980" y="2842"/>
                    <a:pt x="434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34"/>
            <p:cNvSpPr/>
            <p:nvPr/>
          </p:nvSpPr>
          <p:spPr>
            <a:xfrm>
              <a:off x="5917100" y="2435144"/>
              <a:ext cx="266381" cy="471405"/>
            </a:xfrm>
            <a:custGeom>
              <a:avLst/>
              <a:gdLst/>
              <a:ahLst/>
              <a:cxnLst/>
              <a:rect l="l" t="t" r="r" b="b"/>
              <a:pathLst>
                <a:path w="2987" h="5286" extrusionOk="0">
                  <a:moveTo>
                    <a:pt x="1080" y="1"/>
                  </a:moveTo>
                  <a:lnTo>
                    <a:pt x="1080" y="1"/>
                  </a:lnTo>
                  <a:cubicBezTo>
                    <a:pt x="1080" y="1"/>
                    <a:pt x="0" y="2947"/>
                    <a:pt x="1875" y="5286"/>
                  </a:cubicBezTo>
                  <a:cubicBezTo>
                    <a:pt x="1875" y="5286"/>
                    <a:pt x="2986" y="2511"/>
                    <a:pt x="108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44" name="Google Shape;344;p34"/>
          <p:cNvSpPr/>
          <p:nvPr/>
        </p:nvSpPr>
        <p:spPr>
          <a:xfrm>
            <a:off x="3344525" y="3212445"/>
            <a:ext cx="1558800" cy="3477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GROUP 16</a:t>
            </a:r>
            <a:endParaRPr sz="2100">
              <a:solidFill>
                <a:schemeClr val="lt1"/>
              </a:solidFill>
              <a:latin typeface="Be Vietnam Pro Black"/>
              <a:ea typeface="Be Vietnam Pro Black"/>
              <a:cs typeface="Be Vietnam Pro Black"/>
              <a:sym typeface="Be Vietnam Pro Black"/>
            </a:endParaRPr>
          </a:p>
        </p:txBody>
      </p:sp>
      <p:sp>
        <p:nvSpPr>
          <p:cNvPr id="345" name="Google Shape;345;p34"/>
          <p:cNvSpPr txBox="1"/>
          <p:nvPr>
            <p:ph type="subTitle" idx="4294967295"/>
          </p:nvPr>
        </p:nvSpPr>
        <p:spPr>
          <a:xfrm>
            <a:off x="3491615" y="3560145"/>
            <a:ext cx="2094900" cy="11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Li, Nanxi</a:t>
            </a:r>
            <a:endParaRPr lang="en-GB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Li, Yuanqing</a:t>
            </a:r>
            <a:endParaRPr lang="en-GB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Ge, Kang</a:t>
            </a:r>
            <a:endParaRPr lang="en-GB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Zeng, qingxiu</a:t>
            </a:r>
            <a:endParaRPr lang="en-GB"/>
          </a:p>
        </p:txBody>
      </p:sp>
      <p:pic>
        <p:nvPicPr>
          <p:cNvPr id="4" name="图片 3" descr="人物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8210" y="3651885"/>
            <a:ext cx="206375" cy="206375"/>
          </a:xfrm>
          <a:prstGeom prst="rect">
            <a:avLst/>
          </a:prstGeom>
        </p:spPr>
      </p:pic>
      <p:pic>
        <p:nvPicPr>
          <p:cNvPr id="5" name="图片 4" descr="人物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8210" y="3912235"/>
            <a:ext cx="206375" cy="206375"/>
          </a:xfrm>
          <a:prstGeom prst="rect">
            <a:avLst/>
          </a:prstGeom>
        </p:spPr>
      </p:pic>
      <p:pic>
        <p:nvPicPr>
          <p:cNvPr id="6" name="图片 5" descr="人物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8210" y="4156075"/>
            <a:ext cx="206375" cy="206375"/>
          </a:xfrm>
          <a:prstGeom prst="rect">
            <a:avLst/>
          </a:prstGeom>
        </p:spPr>
      </p:pic>
      <p:pic>
        <p:nvPicPr>
          <p:cNvPr id="7" name="图片 6" descr="人物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8210" y="4399915"/>
            <a:ext cx="206375" cy="206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20"/>
          <p:cNvSpPr/>
          <p:nvPr>
            <p:custDataLst>
              <p:tags r:id="rId1"/>
            </p:custDataLst>
          </p:nvPr>
        </p:nvSpPr>
        <p:spPr>
          <a:xfrm>
            <a:off x="568960" y="1223010"/>
            <a:ext cx="3864610" cy="2868295"/>
          </a:xfrm>
          <a:prstGeom prst="roundRect">
            <a:avLst>
              <a:gd name="adj" fmla="val 561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00000">
                <a:schemeClr val="accent1"/>
              </a:gs>
              <a:gs pos="0">
                <a:schemeClr val="accent1">
                  <a:lumMod val="20000"/>
                  <a:lumOff val="80000"/>
                  <a:alpha val="10000"/>
                </a:schemeClr>
              </a:gs>
            </a:gsLst>
            <a:lin ang="5400000" scaled="0"/>
          </a:gradFill>
          <a:ln w="12700" cmpd="sng">
            <a:gradFill>
              <a:gsLst>
                <a:gs pos="19000">
                  <a:srgbClr val="EFEFEF"/>
                </a:gs>
                <a:gs pos="56000">
                  <a:schemeClr val="accent1">
                    <a:lumMod val="45000"/>
                    <a:lumOff val="55000"/>
                  </a:schemeClr>
                </a:gs>
                <a:gs pos="99000">
                  <a:srgbClr val="00368C">
                    <a:alpha val="100000"/>
                  </a:srgb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5900000" scaled="0"/>
            </a:gradFill>
            <a:prstDash val="solid"/>
          </a:ln>
          <a:effectLst>
            <a:outerShdw blurRad="152400" dist="38100" dir="13500000" algn="br" rotWithShape="0">
              <a:schemeClr val="accent1">
                <a:lumMod val="75000"/>
                <a:alpha val="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270033" tIns="270033" rIns="216217" bIns="270033" numCol="1" spcCol="0" rtlCol="0" fromWordArt="0" anchor="b" anchorCtr="1" forceAA="0" compatLnSpc="1"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200" kern="0" dirty="0">
              <a:ln>
                <a:noFill/>
                <a:prstDash val="sysDot"/>
              </a:ln>
              <a:solidFill>
                <a:srgbClr val="292929"/>
              </a:solidFill>
              <a:latin typeface="+mn-ea"/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2"/>
            </p:custDataLst>
          </p:nvPr>
        </p:nvSpPr>
        <p:spPr>
          <a:xfrm>
            <a:off x="800339" y="1327785"/>
            <a:ext cx="3400901" cy="6191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GB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+mn-ea"/>
              </a:rPr>
              <a:t>Two </a:t>
            </a:r>
            <a:r>
              <a:rPr lang="en-GB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+mn-ea"/>
              </a:rPr>
              <a:t>Typical Profiles</a:t>
            </a:r>
            <a:endParaRPr lang="en-GB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+mn-ea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3"/>
            </p:custDataLst>
          </p:nvPr>
        </p:nvCxnSpPr>
        <p:spPr>
          <a:xfrm flipV="1">
            <a:off x="842989" y="1982153"/>
            <a:ext cx="3315600" cy="8096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80000"/>
                  </a:schemeClr>
                </a:gs>
              </a:gsLst>
              <a:lin ang="10800000" scaled="1"/>
            </a:gra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>
            <p:custDataLst>
              <p:tags r:id="rId4"/>
            </p:custDataLst>
          </p:nvPr>
        </p:nvSpPr>
        <p:spPr>
          <a:xfrm>
            <a:off x="800576" y="2097881"/>
            <a:ext cx="3400901" cy="22983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i="1">
                <a:sym typeface="+mn-ea"/>
              </a:rPr>
              <a:t>Over Cautious Patients - </a:t>
            </a:r>
            <a:r>
              <a:rPr lang="en-GB">
                <a:sym typeface="+mn-ea"/>
              </a:rPr>
              <a:t>Normal glucose fluctuations often lead to anxiety and unnecessary hospital visits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i="1">
                <a:sym typeface="+mn-ea"/>
              </a:rPr>
              <a:t>Passive Patients - </a:t>
            </a:r>
            <a:r>
              <a:rPr lang="en-GB">
                <a:sym typeface="+mn-ea"/>
              </a:rPr>
              <a:t>Rarely record their glucose levels due to the inconvenience of manual logging and delayed feedback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5"/>
            </p:custDataLst>
          </p:nvPr>
        </p:nvSpPr>
        <p:spPr>
          <a:xfrm>
            <a:off x="4963240" y="1331595"/>
            <a:ext cx="3400901" cy="6191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GB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Our NLP-Powered Solution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36" name="直接连接符 35"/>
          <p:cNvCxnSpPr/>
          <p:nvPr>
            <p:custDataLst>
              <p:tags r:id="rId6"/>
            </p:custDataLst>
          </p:nvPr>
        </p:nvCxnSpPr>
        <p:spPr>
          <a:xfrm flipV="1">
            <a:off x="5005890" y="1985963"/>
            <a:ext cx="3315600" cy="8096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80000"/>
                  </a:schemeClr>
                </a:gs>
              </a:gsLst>
              <a:lin ang="10800000" scaled="1"/>
            </a:gra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>
            <p:custDataLst>
              <p:tags r:id="rId7"/>
            </p:custDataLst>
          </p:nvPr>
        </p:nvSpPr>
        <p:spPr>
          <a:xfrm>
            <a:off x="4963478" y="2101691"/>
            <a:ext cx="3400901" cy="22983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GB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To propose a Natural Language Blood Glucose Assistant that allows patients to record and understand their blood sugar levels through simple natural language input.</a:t>
            </a:r>
            <a:endParaRPr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kern="0" dirty="0">
              <a:ln>
                <a:noFill/>
                <a:prstDash val="sysDot"/>
              </a:ln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3" name="矩形: 圆角 20"/>
          <p:cNvSpPr/>
          <p:nvPr>
            <p:custDataLst>
              <p:tags r:id="rId8"/>
            </p:custDataLst>
          </p:nvPr>
        </p:nvSpPr>
        <p:spPr>
          <a:xfrm>
            <a:off x="4644390" y="1223010"/>
            <a:ext cx="3864610" cy="2868295"/>
          </a:xfrm>
          <a:prstGeom prst="roundRect">
            <a:avLst>
              <a:gd name="adj" fmla="val 561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00000">
                <a:schemeClr val="accent1"/>
              </a:gs>
              <a:gs pos="0">
                <a:schemeClr val="accent1">
                  <a:lumMod val="20000"/>
                  <a:lumOff val="80000"/>
                  <a:alpha val="10000"/>
                </a:schemeClr>
              </a:gs>
            </a:gsLst>
            <a:lin ang="5400000" scaled="0"/>
          </a:gradFill>
          <a:ln w="12700" cmpd="sng">
            <a:gradFill>
              <a:gsLst>
                <a:gs pos="19000">
                  <a:srgbClr val="EFEFEF"/>
                </a:gs>
                <a:gs pos="56000">
                  <a:schemeClr val="accent1">
                    <a:lumMod val="45000"/>
                    <a:lumOff val="55000"/>
                  </a:schemeClr>
                </a:gs>
                <a:gs pos="99000">
                  <a:srgbClr val="00368C">
                    <a:alpha val="100000"/>
                  </a:srgb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5900000" scaled="0"/>
            </a:gradFill>
            <a:prstDash val="solid"/>
          </a:ln>
          <a:effectLst>
            <a:outerShdw blurRad="152400" dist="38100" dir="13500000" algn="br" rotWithShape="0">
              <a:schemeClr val="accent1">
                <a:lumMod val="75000"/>
                <a:alpha val="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270033" tIns="270033" rIns="216217" bIns="270033" numCol="1" spcCol="0" rtlCol="0" fromWordArt="0" anchor="b" anchorCtr="1" forceAA="0" compatLnSpc="1">
            <a:noAutofit/>
          </a:bodyPr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200" kern="0" dirty="0">
              <a:ln>
                <a:noFill/>
                <a:prstDash val="sysDot"/>
              </a:ln>
              <a:solidFill>
                <a:srgbClr val="292929"/>
              </a:solidFill>
              <a:latin typeface="+mn-ea"/>
              <a:sym typeface="+mn-ea"/>
            </a:endParaRPr>
          </a:p>
        </p:txBody>
      </p:sp>
      <p:sp>
        <p:nvSpPr>
          <p:cNvPr id="23" name="标题 1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55560" y="12308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r>
              <a:rPr lang="en-US" altLang="zh-CN"/>
              <a:t>01. Project Overview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15925" y="985520"/>
            <a:ext cx="4155440" cy="409130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矩形: 圆角 20"/>
          <p:cNvSpPr/>
          <p:nvPr>
            <p:custDataLst>
              <p:tags r:id="rId2"/>
            </p:custDataLst>
          </p:nvPr>
        </p:nvSpPr>
        <p:spPr>
          <a:xfrm>
            <a:off x="395605" y="985520"/>
            <a:ext cx="4175760" cy="4091305"/>
          </a:xfrm>
          <a:prstGeom prst="roundRect">
            <a:avLst>
              <a:gd name="adj" fmla="val 226"/>
            </a:avLst>
          </a:prstGeom>
          <a:noFill/>
          <a:ln>
            <a:solidFill>
              <a:srgbClr val="00368C"/>
            </a:solidFill>
          </a:ln>
          <a:effectLst>
            <a:outerShdw blurRad="152400" dist="38100" dir="13500000" algn="br" rotWithShape="0">
              <a:schemeClr val="accent1">
                <a:lumMod val="75000"/>
                <a:alpha val="7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  <a:gs pos="0">
                      <a:schemeClr val="accent1">
                        <a:lumMod val="20000"/>
                        <a:lumOff val="80000"/>
                        <a:alpha val="10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270033" tIns="270033" rIns="216217" bIns="270033" numCol="1" spcCol="0" rtlCol="0" fromWordArt="0" anchor="b" anchorCtr="1" forceAA="0" compatLnSpc="1"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200" kern="0" dirty="0">
              <a:ln>
                <a:noFill/>
                <a:prstDash val="sysDot"/>
              </a:ln>
              <a:solidFill>
                <a:srgbClr val="292929"/>
              </a:solidFill>
              <a:latin typeface="+mn-ea"/>
              <a:sym typeface="+mn-ea"/>
            </a:endParaRPr>
          </a:p>
        </p:txBody>
      </p:sp>
      <p:pic>
        <p:nvPicPr>
          <p:cNvPr id="358" name="Google Shape;35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44000" y="982800"/>
            <a:ext cx="4176395" cy="40896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矩形: 圆角 20"/>
          <p:cNvSpPr/>
          <p:nvPr>
            <p:custDataLst>
              <p:tags r:id="rId4"/>
            </p:custDataLst>
          </p:nvPr>
        </p:nvSpPr>
        <p:spPr>
          <a:xfrm>
            <a:off x="4644390" y="989965"/>
            <a:ext cx="4175760" cy="4084955"/>
          </a:xfrm>
          <a:prstGeom prst="roundRect">
            <a:avLst>
              <a:gd name="adj" fmla="val 323"/>
            </a:avLst>
          </a:prstGeom>
          <a:noFill/>
          <a:ln>
            <a:solidFill>
              <a:srgbClr val="00368C"/>
            </a:solidFill>
          </a:ln>
          <a:effectLst>
            <a:outerShdw blurRad="152400" dist="38100" dir="13500000" algn="br" rotWithShape="0">
              <a:schemeClr val="accent1">
                <a:lumMod val="75000"/>
                <a:alpha val="7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  <a:gs pos="0">
                      <a:schemeClr val="accent1">
                        <a:lumMod val="20000"/>
                        <a:lumOff val="80000"/>
                        <a:alpha val="10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270033" tIns="270033" rIns="216217" bIns="270033" numCol="1" spcCol="0" rtlCol="0" fromWordArt="0" anchor="b" anchorCtr="1" forceAA="0" compatLnSpc="1">
            <a:noAutofit/>
          </a:bodyPr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200" kern="0" dirty="0">
              <a:ln>
                <a:noFill/>
                <a:prstDash val="sysDot"/>
              </a:ln>
              <a:solidFill>
                <a:srgbClr val="292929"/>
              </a:solidFill>
              <a:latin typeface="+mn-ea"/>
              <a:sym typeface="+mn-ea"/>
            </a:endParaRPr>
          </a:p>
        </p:txBody>
      </p:sp>
      <p:sp>
        <p:nvSpPr>
          <p:cNvPr id="4" name="标题 1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55560" y="12308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r>
              <a:rPr lang="en-US" altLang="zh-CN"/>
              <a:t>01. Project Overview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55560" y="123080"/>
            <a:ext cx="7704000" cy="572700"/>
          </a:xfrm>
        </p:spPr>
        <p:txBody>
          <a:bodyPr/>
          <a:lstStyle/>
          <a:p>
            <a:r>
              <a:rPr lang="zh-CN" altLang="en-US"/>
              <a:t>02. Value Extraction</a:t>
            </a:r>
            <a:endParaRPr lang="zh-CN" altLang="en-US"/>
          </a:p>
        </p:txBody>
      </p:sp>
      <p:grpSp>
        <p:nvGrpSpPr>
          <p:cNvPr id="46" name="组合 45"/>
          <p:cNvGrpSpPr/>
          <p:nvPr>
            <p:custDataLst>
              <p:tags r:id="rId2"/>
            </p:custDataLst>
          </p:nvPr>
        </p:nvGrpSpPr>
        <p:grpSpPr>
          <a:xfrm>
            <a:off x="1582420" y="843280"/>
            <a:ext cx="6078855" cy="2477770"/>
            <a:chOff x="1020" y="1678"/>
            <a:chExt cx="9573" cy="3902"/>
          </a:xfrm>
        </p:grpSpPr>
        <p:grpSp>
          <p:nvGrpSpPr>
            <p:cNvPr id="33" name="组合 32"/>
            <p:cNvGrpSpPr/>
            <p:nvPr>
              <p:custDataLst>
                <p:tags r:id="rId3"/>
              </p:custDataLst>
            </p:nvPr>
          </p:nvGrpSpPr>
          <p:grpSpPr>
            <a:xfrm rot="0">
              <a:off x="1021" y="3291"/>
              <a:ext cx="9122" cy="652"/>
              <a:chOff x="989" y="1732"/>
              <a:chExt cx="8963" cy="652"/>
            </a:xfrm>
          </p:grpSpPr>
          <p:sp>
            <p:nvSpPr>
              <p:cNvPr id="34" name="圆角矩形 33"/>
              <p:cNvSpPr/>
              <p:nvPr>
                <p:custDataLst>
                  <p:tags r:id="rId4"/>
                </p:custDataLst>
              </p:nvPr>
            </p:nvSpPr>
            <p:spPr>
              <a:xfrm>
                <a:off x="1073" y="1732"/>
                <a:ext cx="8879" cy="652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20000"/>
                  <a:lumOff val="80000"/>
                  <a:alpha val="3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200">
                  <a:sym typeface="+mn-ea"/>
                </a:endParaRPr>
              </a:p>
            </p:txBody>
          </p:sp>
          <p:sp>
            <p:nvSpPr>
              <p:cNvPr id="35" name="圆角矩形 34"/>
              <p:cNvSpPr/>
              <p:nvPr>
                <p:custDataLst>
                  <p:tags r:id="rId5"/>
                </p:custDataLst>
              </p:nvPr>
            </p:nvSpPr>
            <p:spPr>
              <a:xfrm>
                <a:off x="989" y="1817"/>
                <a:ext cx="2897" cy="48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200" b="1">
                    <a:solidFill>
                      <a:schemeClr val="accent6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Range Validation</a:t>
                </a:r>
                <a:endParaRPr lang="en-GB" altLang="en-US" sz="1200" b="1">
                  <a:solidFill>
                    <a:schemeClr val="accent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29" name="圆角矩形 28"/>
            <p:cNvSpPr/>
            <p:nvPr>
              <p:custDataLst>
                <p:tags r:id="rId6"/>
              </p:custDataLst>
            </p:nvPr>
          </p:nvSpPr>
          <p:spPr>
            <a:xfrm>
              <a:off x="1074" y="2527"/>
              <a:ext cx="9071" cy="65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200">
                <a:sym typeface="+mn-ea"/>
              </a:endParaRPr>
            </a:p>
          </p:txBody>
        </p:sp>
        <p:sp>
          <p:nvSpPr>
            <p:cNvPr id="30" name="圆角矩形 29"/>
            <p:cNvSpPr/>
            <p:nvPr>
              <p:custDataLst>
                <p:tags r:id="rId7"/>
              </p:custDataLst>
            </p:nvPr>
          </p:nvSpPr>
          <p:spPr>
            <a:xfrm>
              <a:off x="1021" y="2608"/>
              <a:ext cx="2948" cy="48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GB" sz="1200" b="1">
                  <a:solidFill>
                    <a:schemeClr val="accent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Keyword Proximity</a:t>
              </a:r>
              <a:endParaRPr lang="en-GB" altLang="en-US" sz="1200" b="1">
                <a:solidFill>
                  <a:schemeClr val="accent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" name="圆角矩形 1"/>
            <p:cNvSpPr/>
            <p:nvPr>
              <p:custDataLst>
                <p:tags r:id="rId8"/>
              </p:custDataLst>
            </p:nvPr>
          </p:nvSpPr>
          <p:spPr>
            <a:xfrm>
              <a:off x="1073" y="1732"/>
              <a:ext cx="9071" cy="65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>
                <a:sym typeface="+mn-ea"/>
              </a:endParaRPr>
            </a:p>
          </p:txBody>
        </p:sp>
        <p:sp>
          <p:nvSpPr>
            <p:cNvPr id="12" name="圆角矩形 11"/>
            <p:cNvSpPr/>
            <p:nvPr>
              <p:custDataLst>
                <p:tags r:id="rId9"/>
              </p:custDataLst>
            </p:nvPr>
          </p:nvSpPr>
          <p:spPr>
            <a:xfrm>
              <a:off x="1020" y="1817"/>
              <a:ext cx="2948" cy="48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GB" sz="1200" b="1">
                  <a:solidFill>
                    <a:schemeClr val="accent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Number Detection</a:t>
              </a:r>
              <a:endParaRPr lang="en-GB" altLang="en-US" sz="1200" b="1">
                <a:solidFill>
                  <a:schemeClr val="accent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" name="矩形 2"/>
            <p:cNvSpPr/>
            <p:nvPr>
              <p:custDataLst>
                <p:tags r:id="rId10"/>
              </p:custDataLst>
            </p:nvPr>
          </p:nvSpPr>
          <p:spPr>
            <a:xfrm>
              <a:off x="4138" y="1678"/>
              <a:ext cx="5305" cy="65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15240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Arial" panose="020B0604020202020204"/>
                <a:buNone/>
              </a:pPr>
              <a:r>
                <a:rPr lang="en-GB" sz="1200" b="1">
                  <a:solidFill>
                    <a:srgbClr val="333333"/>
                  </a:solidFill>
                  <a:sym typeface="Arial" panose="020B0604020202020204"/>
                </a:rPr>
                <a:t>Identify all numeric values in text</a:t>
              </a:r>
              <a:endParaRPr lang="en-GB" altLang="en-US" sz="1200" b="1">
                <a:solidFill>
                  <a:srgbClr val="333333"/>
                </a:solidFill>
                <a:latin typeface="+mn-ea"/>
                <a:cs typeface="+mn-ea"/>
                <a:sym typeface="Arial" panose="020B0604020202020204"/>
              </a:endParaRPr>
            </a:p>
          </p:txBody>
        </p:sp>
        <p:sp>
          <p:nvSpPr>
            <p:cNvPr id="31" name="矩形 30"/>
            <p:cNvSpPr/>
            <p:nvPr>
              <p:custDataLst>
                <p:tags r:id="rId11"/>
              </p:custDataLst>
            </p:nvPr>
          </p:nvSpPr>
          <p:spPr>
            <a:xfrm>
              <a:off x="4160" y="2494"/>
              <a:ext cx="5842" cy="65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marL="152400" algn="l" fontAlgn="auto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SzPts val="1200"/>
              </a:pPr>
              <a:r>
                <a:rPr lang="en-GB" sz="1200" b="1">
                  <a:solidFill>
                    <a:srgbClr val="333333"/>
                  </a:solidFill>
                  <a:sym typeface="Arial" panose="020B0604020202020204"/>
                </a:rPr>
                <a:t>Calculate distance to glucose-related keywords</a:t>
              </a:r>
              <a:endParaRPr lang="en-GB" sz="1200" b="1">
                <a:solidFill>
                  <a:srgbClr val="333333"/>
                </a:solidFill>
                <a:sym typeface="Arial" panose="020B0604020202020204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12"/>
              </p:custDataLst>
            </p:nvPr>
          </p:nvSpPr>
          <p:spPr>
            <a:xfrm>
              <a:off x="4156" y="3256"/>
              <a:ext cx="5878" cy="65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marL="152400" algn="l" fontAlgn="auto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SzPts val="1200"/>
              </a:pPr>
              <a:r>
                <a:rPr lang="en-GB" sz="1200" b="1">
                  <a:solidFill>
                    <a:srgbClr val="333333"/>
                  </a:solidFill>
                  <a:sym typeface="Arial" panose="020B0604020202020204"/>
                </a:rPr>
                <a:t>Check if values fall within valid ranges</a:t>
              </a:r>
              <a:endParaRPr lang="en-GB" sz="1200" b="1">
                <a:solidFill>
                  <a:srgbClr val="333333"/>
                </a:solidFill>
                <a:sym typeface="Arial" panose="020B0604020202020204"/>
              </a:endParaRPr>
            </a:p>
          </p:txBody>
        </p:sp>
        <p:sp>
          <p:nvSpPr>
            <p:cNvPr id="7" name="圆角矩形 6"/>
            <p:cNvSpPr/>
            <p:nvPr>
              <p:custDataLst>
                <p:tags r:id="rId13"/>
              </p:custDataLst>
            </p:nvPr>
          </p:nvSpPr>
          <p:spPr>
            <a:xfrm>
              <a:off x="1076" y="4928"/>
              <a:ext cx="9071" cy="65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>
                <a:sym typeface="+mn-ea"/>
              </a:endParaRPr>
            </a:p>
          </p:txBody>
        </p:sp>
        <p:sp>
          <p:nvSpPr>
            <p:cNvPr id="6" name="圆角矩形 11"/>
            <p:cNvSpPr/>
            <p:nvPr>
              <p:custDataLst>
                <p:tags r:id="rId14"/>
              </p:custDataLst>
            </p:nvPr>
          </p:nvSpPr>
          <p:spPr>
            <a:xfrm>
              <a:off x="1020" y="5006"/>
              <a:ext cx="2948" cy="48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GB" sz="1200" b="1">
                  <a:solidFill>
                    <a:schemeClr val="accent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Best Match Selection</a:t>
              </a:r>
              <a:endParaRPr lang="en-GB" altLang="en-US" sz="1200" b="1">
                <a:solidFill>
                  <a:schemeClr val="accent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15"/>
              </p:custDataLst>
            </p:nvPr>
          </p:nvSpPr>
          <p:spPr>
            <a:xfrm>
              <a:off x="4365" y="4928"/>
              <a:ext cx="5582" cy="6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lvl="0" indent="0" fontAlgn="auto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sz="1200" b="1">
                  <a:solidFill>
                    <a:srgbClr val="333333"/>
                  </a:solidFill>
                  <a:sym typeface="Arial" panose="020B0604020202020204"/>
                </a:rPr>
                <a:t>Choose most likely glucose value</a:t>
              </a:r>
              <a:endParaRPr lang="en-GB" altLang="en-US" sz="1200" b="1">
                <a:solidFill>
                  <a:srgbClr val="333333"/>
                </a:solidFill>
                <a:latin typeface="+mn-ea"/>
                <a:cs typeface="+mn-ea"/>
                <a:sym typeface="Arial" panose="020B0604020202020204"/>
              </a:endParaRPr>
            </a:p>
          </p:txBody>
        </p:sp>
        <p:grpSp>
          <p:nvGrpSpPr>
            <p:cNvPr id="38" name="组合 37"/>
            <p:cNvGrpSpPr/>
            <p:nvPr>
              <p:custDataLst>
                <p:tags r:id="rId16"/>
              </p:custDataLst>
            </p:nvPr>
          </p:nvGrpSpPr>
          <p:grpSpPr>
            <a:xfrm rot="0">
              <a:off x="1020" y="4081"/>
              <a:ext cx="9125" cy="652"/>
              <a:chOff x="991" y="1732"/>
              <a:chExt cx="8473" cy="659"/>
            </a:xfrm>
          </p:grpSpPr>
          <p:sp>
            <p:nvSpPr>
              <p:cNvPr id="39" name="圆角矩形 38"/>
              <p:cNvSpPr/>
              <p:nvPr>
                <p:custDataLst>
                  <p:tags r:id="rId17"/>
                </p:custDataLst>
              </p:nvPr>
            </p:nvSpPr>
            <p:spPr>
              <a:xfrm>
                <a:off x="1073" y="1732"/>
                <a:ext cx="8391" cy="659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20000"/>
                  <a:lumOff val="80000"/>
                  <a:alpha val="3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200">
                  <a:sym typeface="+mn-ea"/>
                </a:endParaRPr>
              </a:p>
            </p:txBody>
          </p:sp>
          <p:sp>
            <p:nvSpPr>
              <p:cNvPr id="40" name="圆角矩形 39"/>
              <p:cNvSpPr/>
              <p:nvPr>
                <p:custDataLst>
                  <p:tags r:id="rId18"/>
                </p:custDataLst>
              </p:nvPr>
            </p:nvSpPr>
            <p:spPr>
              <a:xfrm>
                <a:off x="991" y="1817"/>
                <a:ext cx="2736" cy="48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200" b="1">
                    <a:solidFill>
                      <a:schemeClr val="accent6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Interference </a:t>
                </a:r>
                <a:r>
                  <a:rPr lang="en-US" altLang="en-GB" sz="1200" b="1">
                    <a:solidFill>
                      <a:schemeClr val="accent6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r>
                  <a:rPr lang="en-GB" sz="1200" b="1">
                    <a:solidFill>
                      <a:schemeClr val="accent6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Exclusion</a:t>
                </a:r>
                <a:endParaRPr lang="en-GB" altLang="en-US" sz="1200" b="1">
                  <a:solidFill>
                    <a:schemeClr val="accent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41" name="矩形 40"/>
            <p:cNvSpPr/>
            <p:nvPr>
              <p:custDataLst>
                <p:tags r:id="rId19"/>
              </p:custDataLst>
            </p:nvPr>
          </p:nvSpPr>
          <p:spPr>
            <a:xfrm>
              <a:off x="4138" y="4044"/>
              <a:ext cx="6455" cy="65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marL="15240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Arial" panose="020B0604020202020204"/>
                <a:buNone/>
              </a:pPr>
              <a:r>
                <a:rPr lang="en-GB" sz="1200" b="1">
                  <a:solidFill>
                    <a:srgbClr val="333333"/>
                  </a:solidFill>
                  <a:sym typeface="Arial" panose="020B0604020202020204"/>
                </a:rPr>
                <a:t>Remove non-glucose numbers (age, time, weight)</a:t>
              </a:r>
              <a:endParaRPr lang="en-GB" altLang="en-US" sz="1200" b="1">
                <a:solidFill>
                  <a:srgbClr val="333333"/>
                </a:solidFill>
                <a:latin typeface="+mn-ea"/>
                <a:cs typeface="+mn-ea"/>
                <a:sym typeface="Arial" panose="020B0604020202020204"/>
              </a:endParaRPr>
            </a:p>
          </p:txBody>
        </p:sp>
      </p:grpSp>
      <p:sp>
        <p:nvSpPr>
          <p:cNvPr id="5" name="圆角矩形 4"/>
          <p:cNvSpPr/>
          <p:nvPr>
            <p:custDataLst>
              <p:tags r:id="rId20"/>
            </p:custDataLst>
          </p:nvPr>
        </p:nvSpPr>
        <p:spPr>
          <a:xfrm>
            <a:off x="1638300" y="3426460"/>
            <a:ext cx="5737860" cy="1339215"/>
          </a:xfrm>
          <a:prstGeom prst="roundRect">
            <a:avLst>
              <a:gd name="adj" fmla="val 19108"/>
            </a:avLst>
          </a:prstGeom>
          <a:solidFill>
            <a:srgbClr val="D2E5DF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21"/>
            </p:custDataLst>
          </p:nvPr>
        </p:nvSpPr>
        <p:spPr>
          <a:xfrm>
            <a:off x="1762760" y="3435985"/>
            <a:ext cx="1049020" cy="3962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marL="0" lvl="0" indent="0" algn="l" rtl="0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lang="en-GB" altLang="en-US" sz="1200" b="1">
              <a:solidFill>
                <a:schemeClr val="tx1"/>
              </a:solidFill>
              <a:latin typeface="+mn-ea"/>
              <a:cs typeface="+mn-ea"/>
              <a:sym typeface="Arial" panose="020B0604020202020204"/>
            </a:endParaRPr>
          </a:p>
        </p:txBody>
      </p:sp>
      <p:sp>
        <p:nvSpPr>
          <p:cNvPr id="9" name="矩形 8"/>
          <p:cNvSpPr/>
          <p:nvPr>
            <p:custDataLst>
              <p:tags r:id="rId22"/>
            </p:custDataLst>
          </p:nvPr>
        </p:nvSpPr>
        <p:spPr>
          <a:xfrm>
            <a:off x="1403985" y="3818890"/>
            <a:ext cx="5488940" cy="7981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marL="0" lvl="0" indent="0" algn="l" rtl="0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lang="en-GB" altLang="en-US" sz="1200" b="1">
              <a:solidFill>
                <a:srgbClr val="333333"/>
              </a:solidFill>
              <a:latin typeface="+mn-ea"/>
              <a:cs typeface="+mn-ea"/>
              <a:sym typeface="Arial" panose="020B0604020202020204"/>
            </a:endParaRPr>
          </a:p>
        </p:txBody>
      </p:sp>
      <p:sp>
        <p:nvSpPr>
          <p:cNvPr id="10" name="矩形 9"/>
          <p:cNvSpPr/>
          <p:nvPr>
            <p:custDataLst>
              <p:tags r:id="rId23"/>
            </p:custDataLst>
          </p:nvPr>
        </p:nvSpPr>
        <p:spPr>
          <a:xfrm>
            <a:off x="1967230" y="4083685"/>
            <a:ext cx="5024120" cy="9366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marL="0" lvl="0" indent="0" algn="ctr" rtl="0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altLang="zh-CN" sz="1200" b="1">
                <a:solidFill>
                  <a:schemeClr val="tx1"/>
                </a:solidFill>
                <a:latin typeface="+mn-ea"/>
                <a:cs typeface="+mn-ea"/>
                <a:sym typeface="Arial" panose="020B0604020202020204"/>
              </a:rPr>
              <a:t>• </a:t>
            </a:r>
            <a:r>
              <a:rPr lang="en-US" altLang="zh-CN" sz="1200" b="1">
                <a:solidFill>
                  <a:schemeClr val="tx1"/>
                </a:solidFill>
                <a:latin typeface="+mn-lt"/>
                <a:cs typeface="+mn-lt"/>
                <a:sym typeface="Arial" panose="020B0604020202020204"/>
              </a:rPr>
              <a:t>mmol/L: </a:t>
            </a:r>
            <a:r>
              <a:rPr lang="en-US" altLang="zh-CN" sz="1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lt"/>
                <a:sym typeface="Arial" panose="020B0604020202020204"/>
              </a:rPr>
              <a:t>1.0 - 35.0</a:t>
            </a:r>
            <a:r>
              <a:rPr lang="en-US" altLang="zh-CN" sz="1200" b="1">
                <a:solidFill>
                  <a:srgbClr val="002060"/>
                </a:solidFill>
                <a:latin typeface="+mn-lt"/>
                <a:cs typeface="+mn-lt"/>
                <a:sym typeface="Arial" panose="020B0604020202020204"/>
              </a:rPr>
              <a:t>  </a:t>
            </a:r>
            <a:r>
              <a:rPr lang="en-US" altLang="zh-CN" sz="1200" b="1">
                <a:solidFill>
                  <a:schemeClr val="tx1"/>
                </a:solidFill>
                <a:latin typeface="+mn-lt"/>
                <a:cs typeface="+mn-lt"/>
                <a:sym typeface="Arial" panose="020B0604020202020204"/>
              </a:rPr>
              <a:t>        • mg/dL: </a:t>
            </a:r>
            <a:r>
              <a:rPr lang="en-US" altLang="zh-CN" sz="1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lt"/>
                <a:sym typeface="Arial" panose="020B0604020202020204"/>
              </a:rPr>
              <a:t>20 - 600</a:t>
            </a:r>
            <a:endParaRPr lang="en-US" altLang="zh-CN" sz="12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+mn-lt"/>
              <a:sym typeface="Arial" panose="020B0604020202020204"/>
            </a:endParaRPr>
          </a:p>
          <a:p>
            <a:pPr marL="0" lvl="0" indent="0" algn="ctr" rtl="0" eaLnBrk="1" fontAlgn="auto" latinLnBrk="0" hangingPunct="1">
              <a:lnSpc>
                <a:spcPct val="160000"/>
              </a:lnSpc>
              <a:spcAft>
                <a:spcPts val="0"/>
              </a:spcAft>
              <a:buNone/>
            </a:pPr>
            <a:r>
              <a:rPr lang="en-US" altLang="zh-CN" sz="1200" b="1">
                <a:solidFill>
                  <a:schemeClr val="tx1"/>
                </a:solidFill>
                <a:latin typeface="+mn-lt"/>
                <a:cs typeface="+mn-lt"/>
                <a:sym typeface="Arial" panose="020B0604020202020204"/>
              </a:rPr>
              <a:t>Keywords: </a:t>
            </a:r>
            <a:r>
              <a:rPr lang="en-US" altLang="zh-CN" sz="1200" b="1">
                <a:solidFill>
                  <a:srgbClr val="508B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lt"/>
                <a:sym typeface="Arial" panose="020B0604020202020204"/>
              </a:rPr>
              <a:t>glucose, blood sugar, bg, reading, etc.</a:t>
            </a:r>
            <a:endParaRPr lang="en-US" altLang="zh-CN" sz="1200" b="1">
              <a:solidFill>
                <a:srgbClr val="508B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+mn-lt"/>
              <a:sym typeface="Arial" panose="020B0604020202020204"/>
            </a:endParaRPr>
          </a:p>
          <a:p>
            <a:pPr marL="0" lvl="0" algn="ctr" rtl="0" eaLnBrk="1" fontAlgn="auto" latinLnBrk="0" hangingPunct="1">
              <a:lnSpc>
                <a:spcPct val="160000"/>
              </a:lnSpc>
              <a:spcAft>
                <a:spcPts val="0"/>
              </a:spcAft>
              <a:buSzTx/>
              <a:buNone/>
            </a:pPr>
            <a:r>
              <a:rPr lang="en-US" altLang="zh-CN" sz="1200" b="1">
                <a:solidFill>
                  <a:schemeClr val="tx1"/>
                </a:solidFill>
                <a:latin typeface="+mn-lt"/>
                <a:cs typeface="+mn-lt"/>
                <a:sym typeface="Arial" panose="020B0604020202020204"/>
              </a:rPr>
              <a:t>Exclusions: </a:t>
            </a:r>
            <a:r>
              <a:rPr lang="en-US" altLang="zh-CN" sz="1200" b="1">
                <a:solidFill>
                  <a:srgbClr val="508B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lt"/>
                <a:sym typeface="Courier New" panose="02070309020205020404"/>
              </a:rPr>
              <a:t>years old</a:t>
            </a:r>
            <a:r>
              <a:rPr lang="en-US" altLang="zh-CN" sz="1200" b="1">
                <a:solidFill>
                  <a:srgbClr val="508B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lt"/>
                <a:sym typeface="Arial" panose="020B0604020202020204"/>
              </a:rPr>
              <a:t>, </a:t>
            </a:r>
            <a:r>
              <a:rPr lang="en-US" altLang="zh-CN" sz="1200" b="1">
                <a:solidFill>
                  <a:srgbClr val="508B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lt"/>
                <a:sym typeface="Courier New" panose="02070309020205020404"/>
              </a:rPr>
              <a:t>am/pm</a:t>
            </a:r>
            <a:r>
              <a:rPr lang="en-US" altLang="zh-CN" sz="1200" b="1">
                <a:solidFill>
                  <a:srgbClr val="508B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lt"/>
                <a:sym typeface="Arial" panose="020B0604020202020204"/>
              </a:rPr>
              <a:t>, </a:t>
            </a:r>
            <a:r>
              <a:rPr lang="en-US" altLang="zh-CN" sz="1200" b="1">
                <a:solidFill>
                  <a:srgbClr val="508B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lt"/>
                <a:sym typeface="Courier New" panose="02070309020205020404"/>
              </a:rPr>
              <a:t>kg</a:t>
            </a:r>
            <a:r>
              <a:rPr lang="en-US" altLang="zh-CN" sz="1200" b="1">
                <a:solidFill>
                  <a:srgbClr val="508B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lt"/>
                <a:sym typeface="Arial" panose="020B0604020202020204"/>
              </a:rPr>
              <a:t>, </a:t>
            </a:r>
            <a:r>
              <a:rPr lang="en-US" altLang="zh-CN" sz="1200" b="1">
                <a:solidFill>
                  <a:srgbClr val="508B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lt"/>
                <a:sym typeface="Courier New" panose="02070309020205020404"/>
              </a:rPr>
              <a:t>pounds</a:t>
            </a:r>
            <a:r>
              <a:rPr lang="en-US" altLang="zh-CN" sz="1200" b="1">
                <a:solidFill>
                  <a:srgbClr val="508B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lt"/>
                <a:sym typeface="Arial" panose="020B0604020202020204"/>
              </a:rPr>
              <a:t>, etc.</a:t>
            </a:r>
            <a:endParaRPr lang="en-US" altLang="zh-CN" sz="1200" b="1">
              <a:solidFill>
                <a:srgbClr val="508B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+mn-lt"/>
              <a:sym typeface="Arial" panose="020B0604020202020204"/>
            </a:endParaRPr>
          </a:p>
          <a:p>
            <a:pPr marL="0" lvl="0" indent="0" algn="l" rtl="0" eaLnBrk="1" fontAlgn="auto" latinLnBrk="0" hangingPunct="1">
              <a:lnSpc>
                <a:spcPct val="160000"/>
              </a:lnSpc>
              <a:spcAft>
                <a:spcPts val="0"/>
              </a:spcAft>
              <a:buNone/>
            </a:pPr>
            <a:endParaRPr lang="en-US" altLang="zh-CN" sz="1200" b="1">
              <a:solidFill>
                <a:schemeClr val="tx1"/>
              </a:solidFill>
              <a:latin typeface="+mn-ea"/>
              <a:cs typeface="+mn-ea"/>
              <a:sym typeface="Arial" panose="020B0604020202020204"/>
            </a:endParaRPr>
          </a:p>
          <a:p>
            <a:pPr marL="0" lvl="0" indent="0" algn="l" rtl="0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lang="en-US" altLang="zh-CN" sz="1200" b="1">
              <a:solidFill>
                <a:schemeClr val="tx1"/>
              </a:solidFill>
              <a:latin typeface="+mn-ea"/>
              <a:cs typeface="+mn-ea"/>
              <a:sym typeface="Arial" panose="020B0604020202020204"/>
            </a:endParaRPr>
          </a:p>
        </p:txBody>
      </p:sp>
      <p:pic>
        <p:nvPicPr>
          <p:cNvPr id="11" name="图片 10" descr="垃圾桶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555875" y="4426585"/>
            <a:ext cx="155575" cy="172085"/>
          </a:xfrm>
          <a:prstGeom prst="rect">
            <a:avLst/>
          </a:prstGeom>
        </p:spPr>
      </p:pic>
      <p:pic>
        <p:nvPicPr>
          <p:cNvPr id="14" name="图片 13" descr="正确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35860" y="4156075"/>
            <a:ext cx="167005" cy="167005"/>
          </a:xfrm>
          <a:prstGeom prst="rect">
            <a:avLst/>
          </a:prstGeom>
        </p:spPr>
      </p:pic>
      <p:sp>
        <p:nvSpPr>
          <p:cNvPr id="21" name="圆角矩形 11"/>
          <p:cNvSpPr/>
          <p:nvPr>
            <p:custDataLst>
              <p:tags r:id="rId28"/>
            </p:custDataLst>
          </p:nvPr>
        </p:nvSpPr>
        <p:spPr>
          <a:xfrm>
            <a:off x="3780155" y="3406140"/>
            <a:ext cx="1161415" cy="30988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marL="0" lvl="0" indent="0" algn="l" rtl="0" eaLnBrk="1" fontAlgn="auto" latinLnBrk="0" hangingPunct="1">
              <a:lnSpc>
                <a:spcPts val="1340"/>
              </a:lnSpc>
              <a:spcAft>
                <a:spcPts val="0"/>
              </a:spcAft>
              <a:buNone/>
            </a:pPr>
            <a:r>
              <a:rPr lang="en-US" altLang="en-GB" sz="1200" b="1">
                <a:solidFill>
                  <a:schemeClr val="accent6"/>
                </a:solidFill>
                <a:sym typeface="Arial" panose="020B0604020202020204"/>
              </a:rPr>
              <a:t>  </a:t>
            </a:r>
            <a:r>
              <a:rPr lang="en-GB" sz="1200" b="1">
                <a:solidFill>
                  <a:schemeClr val="accent6"/>
                </a:solidFill>
                <a:sym typeface="Arial" panose="020B0604020202020204"/>
              </a:rPr>
              <a:t>Valid </a:t>
            </a:r>
            <a:r>
              <a:rPr lang="en-GB" sz="1200" b="1">
                <a:solidFill>
                  <a:schemeClr val="accent3"/>
                </a:solidFill>
                <a:sym typeface="Arial" panose="020B0604020202020204"/>
              </a:rPr>
              <a:t>Ranges</a:t>
            </a:r>
            <a:endParaRPr lang="en-GB" altLang="en-US" sz="1200" b="1">
              <a:solidFill>
                <a:schemeClr val="accent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custDataLst>
      <p:tags r:id="rId2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椭圆 262"/>
          <p:cNvSpPr/>
          <p:nvPr>
            <p:custDataLst>
              <p:tags r:id="rId1"/>
            </p:custDataLst>
          </p:nvPr>
        </p:nvSpPr>
        <p:spPr>
          <a:xfrm>
            <a:off x="1891375" y="3223896"/>
            <a:ext cx="5361251" cy="1402625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10000"/>
                </a:schemeClr>
              </a:gs>
              <a:gs pos="25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4" name="椭圆 263"/>
          <p:cNvSpPr/>
          <p:nvPr>
            <p:custDataLst>
              <p:tags r:id="rId2"/>
            </p:custDataLst>
          </p:nvPr>
        </p:nvSpPr>
        <p:spPr>
          <a:xfrm>
            <a:off x="2511984" y="3282321"/>
            <a:ext cx="4064819" cy="1204526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10000"/>
                </a:schemeClr>
              </a:gs>
              <a:gs pos="25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chemeClr val="accent1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5" name="椭圆 264"/>
          <p:cNvSpPr/>
          <p:nvPr>
            <p:custDataLst>
              <p:tags r:id="rId3"/>
            </p:custDataLst>
          </p:nvPr>
        </p:nvSpPr>
        <p:spPr>
          <a:xfrm>
            <a:off x="3093813" y="3454734"/>
            <a:ext cx="2901161" cy="859700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6" name="椭圆 265"/>
          <p:cNvSpPr/>
          <p:nvPr>
            <p:custDataLst>
              <p:tags r:id="rId4"/>
            </p:custDataLst>
          </p:nvPr>
        </p:nvSpPr>
        <p:spPr>
          <a:xfrm>
            <a:off x="3585394" y="3600404"/>
            <a:ext cx="1917999" cy="568360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chemeClr val="accent1">
                <a:alpha val="1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7" name="椭圆 266"/>
          <p:cNvSpPr/>
          <p:nvPr>
            <p:custDataLst>
              <p:tags r:id="rId5"/>
            </p:custDataLst>
          </p:nvPr>
        </p:nvSpPr>
        <p:spPr>
          <a:xfrm>
            <a:off x="4089243" y="3749709"/>
            <a:ext cx="1103243" cy="326924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softEdge rad="1143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268" name="直接连接符 267"/>
          <p:cNvCxnSpPr/>
          <p:nvPr>
            <p:custDataLst>
              <p:tags r:id="rId6"/>
            </p:custDataLst>
          </p:nvPr>
        </p:nvCxnSpPr>
        <p:spPr>
          <a:xfrm>
            <a:off x="2223359" y="3695078"/>
            <a:ext cx="0" cy="617558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cxnSp>
        <p:nvCxnSpPr>
          <p:cNvPr id="272" name="直接连接符 271"/>
          <p:cNvCxnSpPr/>
          <p:nvPr>
            <p:custDataLst>
              <p:tags r:id="rId7"/>
            </p:custDataLst>
          </p:nvPr>
        </p:nvCxnSpPr>
        <p:spPr>
          <a:xfrm>
            <a:off x="5752142" y="2716048"/>
            <a:ext cx="0" cy="1402625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sp>
        <p:nvSpPr>
          <p:cNvPr id="273" name="椭圆 272"/>
          <p:cNvSpPr/>
          <p:nvPr>
            <p:custDataLst>
              <p:tags r:id="rId8"/>
            </p:custDataLst>
          </p:nvPr>
        </p:nvSpPr>
        <p:spPr>
          <a:xfrm flipV="1">
            <a:off x="3054138" y="2874759"/>
            <a:ext cx="282469" cy="282461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274" name="直接连接符 273"/>
          <p:cNvCxnSpPr/>
          <p:nvPr>
            <p:custDataLst>
              <p:tags r:id="rId9"/>
            </p:custDataLst>
          </p:nvPr>
        </p:nvCxnSpPr>
        <p:spPr>
          <a:xfrm>
            <a:off x="3194457" y="3180162"/>
            <a:ext cx="0" cy="741144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cxnSp>
        <p:nvCxnSpPr>
          <p:cNvPr id="275" name="直接连接符 274"/>
          <p:cNvCxnSpPr>
            <a:endCxn id="266" idx="7"/>
          </p:cNvCxnSpPr>
          <p:nvPr>
            <p:custDataLst>
              <p:tags r:id="rId10"/>
            </p:custDataLst>
          </p:nvPr>
        </p:nvCxnSpPr>
        <p:spPr>
          <a:xfrm flipH="1">
            <a:off x="5222426" y="2067355"/>
            <a:ext cx="6350" cy="1616075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cxnSp>
        <p:nvCxnSpPr>
          <p:cNvPr id="281" name="直接连接符 280"/>
          <p:cNvCxnSpPr/>
          <p:nvPr>
            <p:custDataLst>
              <p:tags r:id="rId11"/>
            </p:custDataLst>
          </p:nvPr>
        </p:nvCxnSpPr>
        <p:spPr>
          <a:xfrm>
            <a:off x="6609583" y="3541885"/>
            <a:ext cx="0" cy="300887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sp>
        <p:nvSpPr>
          <p:cNvPr id="282" name="椭圆 281"/>
          <p:cNvSpPr/>
          <p:nvPr>
            <p:custDataLst>
              <p:tags r:id="rId12"/>
            </p:custDataLst>
          </p:nvPr>
        </p:nvSpPr>
        <p:spPr>
          <a:xfrm flipV="1">
            <a:off x="4572185" y="1380111"/>
            <a:ext cx="238334" cy="238325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87" name="任意多边形: 形状 286"/>
          <p:cNvSpPr/>
          <p:nvPr>
            <p:custDataLst>
              <p:tags r:id="rId13"/>
            </p:custDataLst>
          </p:nvPr>
        </p:nvSpPr>
        <p:spPr>
          <a:xfrm>
            <a:off x="4082615" y="2927822"/>
            <a:ext cx="978772" cy="978776"/>
          </a:xfrm>
          <a:custGeom>
            <a:avLst/>
            <a:gdLst>
              <a:gd name="connsiteX0" fmla="*/ 216236 w 216800"/>
              <a:gd name="connsiteY0" fmla="*/ 137858 h 216801"/>
              <a:gd name="connsiteX1" fmla="*/ 216004 w 216800"/>
              <a:gd name="connsiteY1" fmla="*/ 144612 h 216801"/>
              <a:gd name="connsiteX2" fmla="*/ 213679 w 216800"/>
              <a:gd name="connsiteY2" fmla="*/ 152646 h 216801"/>
              <a:gd name="connsiteX3" fmla="*/ 209726 w 216800"/>
              <a:gd name="connsiteY3" fmla="*/ 159981 h 216801"/>
              <a:gd name="connsiteX4" fmla="*/ 204611 w 216800"/>
              <a:gd name="connsiteY4" fmla="*/ 164638 h 216801"/>
              <a:gd name="connsiteX5" fmla="*/ 199728 w 216800"/>
              <a:gd name="connsiteY5" fmla="*/ 166036 h 216801"/>
              <a:gd name="connsiteX6" fmla="*/ 195078 w 216800"/>
              <a:gd name="connsiteY6" fmla="*/ 165104 h 216801"/>
              <a:gd name="connsiteX7" fmla="*/ 189265 w 216800"/>
              <a:gd name="connsiteY7" fmla="*/ 163823 h 216801"/>
              <a:gd name="connsiteX8" fmla="*/ 182173 w 216800"/>
              <a:gd name="connsiteY8" fmla="*/ 163590 h 216801"/>
              <a:gd name="connsiteX9" fmla="*/ 174966 w 216800"/>
              <a:gd name="connsiteY9" fmla="*/ 165104 h 216801"/>
              <a:gd name="connsiteX10" fmla="*/ 168804 w 216800"/>
              <a:gd name="connsiteY10" fmla="*/ 169063 h 216801"/>
              <a:gd name="connsiteX11" fmla="*/ 162293 w 216800"/>
              <a:gd name="connsiteY11" fmla="*/ 182336 h 216801"/>
              <a:gd name="connsiteX12" fmla="*/ 164386 w 216800"/>
              <a:gd name="connsiteY12" fmla="*/ 196542 h 216801"/>
              <a:gd name="connsiteX13" fmla="*/ 163688 w 216800"/>
              <a:gd name="connsiteY13" fmla="*/ 205856 h 216801"/>
              <a:gd name="connsiteX14" fmla="*/ 159271 w 216800"/>
              <a:gd name="connsiteY14" fmla="*/ 209698 h 216801"/>
              <a:gd name="connsiteX15" fmla="*/ 152644 w 216800"/>
              <a:gd name="connsiteY15" fmla="*/ 213307 h 216801"/>
              <a:gd name="connsiteX16" fmla="*/ 145087 w 216800"/>
              <a:gd name="connsiteY16" fmla="*/ 215870 h 216801"/>
              <a:gd name="connsiteX17" fmla="*/ 138112 w 216800"/>
              <a:gd name="connsiteY17" fmla="*/ 216802 h 216801"/>
              <a:gd name="connsiteX18" fmla="*/ 134159 w 216800"/>
              <a:gd name="connsiteY18" fmla="*/ 215171 h 216801"/>
              <a:gd name="connsiteX19" fmla="*/ 131602 w 216800"/>
              <a:gd name="connsiteY19" fmla="*/ 211679 h 216801"/>
              <a:gd name="connsiteX20" fmla="*/ 131369 w 216800"/>
              <a:gd name="connsiteY20" fmla="*/ 211679 h 216801"/>
              <a:gd name="connsiteX21" fmla="*/ 122650 w 216800"/>
              <a:gd name="connsiteY21" fmla="*/ 199219 h 216801"/>
              <a:gd name="connsiteX22" fmla="*/ 108350 w 216800"/>
              <a:gd name="connsiteY22" fmla="*/ 193979 h 216801"/>
              <a:gd name="connsiteX23" fmla="*/ 94051 w 216800"/>
              <a:gd name="connsiteY23" fmla="*/ 199219 h 216801"/>
              <a:gd name="connsiteX24" fmla="*/ 85099 w 216800"/>
              <a:gd name="connsiteY24" fmla="*/ 211444 h 216801"/>
              <a:gd name="connsiteX25" fmla="*/ 81611 w 216800"/>
              <a:gd name="connsiteY25" fmla="*/ 215520 h 216801"/>
              <a:gd name="connsiteX26" fmla="*/ 76496 w 216800"/>
              <a:gd name="connsiteY26" fmla="*/ 216802 h 216801"/>
              <a:gd name="connsiteX27" fmla="*/ 69172 w 216800"/>
              <a:gd name="connsiteY27" fmla="*/ 215636 h 216801"/>
              <a:gd name="connsiteX28" fmla="*/ 61034 w 216800"/>
              <a:gd name="connsiteY28" fmla="*/ 212725 h 216801"/>
              <a:gd name="connsiteX29" fmla="*/ 53710 w 216800"/>
              <a:gd name="connsiteY29" fmla="*/ 208651 h 216801"/>
              <a:gd name="connsiteX30" fmla="*/ 48827 w 216800"/>
              <a:gd name="connsiteY30" fmla="*/ 203993 h 216801"/>
              <a:gd name="connsiteX31" fmla="*/ 47548 w 216800"/>
              <a:gd name="connsiteY31" fmla="*/ 200151 h 216801"/>
              <a:gd name="connsiteX32" fmla="*/ 49292 w 216800"/>
              <a:gd name="connsiteY32" fmla="*/ 193979 h 216801"/>
              <a:gd name="connsiteX33" fmla="*/ 51268 w 216800"/>
              <a:gd name="connsiteY33" fmla="*/ 181754 h 216801"/>
              <a:gd name="connsiteX34" fmla="*/ 45339 w 216800"/>
              <a:gd name="connsiteY34" fmla="*/ 169063 h 216801"/>
              <a:gd name="connsiteX35" fmla="*/ 37434 w 216800"/>
              <a:gd name="connsiteY35" fmla="*/ 164522 h 216801"/>
              <a:gd name="connsiteX36" fmla="*/ 28598 w 216800"/>
              <a:gd name="connsiteY36" fmla="*/ 163707 h 216801"/>
              <a:gd name="connsiteX37" fmla="*/ 18600 w 216800"/>
              <a:gd name="connsiteY37" fmla="*/ 165570 h 216801"/>
              <a:gd name="connsiteX38" fmla="*/ 12090 w 216800"/>
              <a:gd name="connsiteY38" fmla="*/ 165104 h 216801"/>
              <a:gd name="connsiteX39" fmla="*/ 7323 w 216800"/>
              <a:gd name="connsiteY39" fmla="*/ 160796 h 216801"/>
              <a:gd name="connsiteX40" fmla="*/ 3371 w 216800"/>
              <a:gd name="connsiteY40" fmla="*/ 153344 h 216801"/>
              <a:gd name="connsiteX41" fmla="*/ 696 w 216800"/>
              <a:gd name="connsiteY41" fmla="*/ 144961 h 216801"/>
              <a:gd name="connsiteX42" fmla="*/ 231 w 216800"/>
              <a:gd name="connsiteY42" fmla="*/ 137858 h 216801"/>
              <a:gd name="connsiteX43" fmla="*/ 4882 w 216800"/>
              <a:gd name="connsiteY43" fmla="*/ 131338 h 216801"/>
              <a:gd name="connsiteX44" fmla="*/ 17437 w 216800"/>
              <a:gd name="connsiteY44" fmla="*/ 122140 h 216801"/>
              <a:gd name="connsiteX45" fmla="*/ 23018 w 216800"/>
              <a:gd name="connsiteY45" fmla="*/ 107818 h 216801"/>
              <a:gd name="connsiteX46" fmla="*/ 17437 w 216800"/>
              <a:gd name="connsiteY46" fmla="*/ 93613 h 216801"/>
              <a:gd name="connsiteX47" fmla="*/ 4882 w 216800"/>
              <a:gd name="connsiteY47" fmla="*/ 84764 h 216801"/>
              <a:gd name="connsiteX48" fmla="*/ 1394 w 216800"/>
              <a:gd name="connsiteY48" fmla="*/ 81388 h 216801"/>
              <a:gd name="connsiteX49" fmla="*/ -1 w 216800"/>
              <a:gd name="connsiteY49" fmla="*/ 75915 h 216801"/>
              <a:gd name="connsiteX50" fmla="*/ 929 w 216800"/>
              <a:gd name="connsiteY50" fmla="*/ 69162 h 216801"/>
              <a:gd name="connsiteX51" fmla="*/ 3371 w 216800"/>
              <a:gd name="connsiteY51" fmla="*/ 61943 h 216801"/>
              <a:gd name="connsiteX52" fmla="*/ 6858 w 216800"/>
              <a:gd name="connsiteY52" fmla="*/ 55539 h 216801"/>
              <a:gd name="connsiteX53" fmla="*/ 11160 w 216800"/>
              <a:gd name="connsiteY53" fmla="*/ 51231 h 216801"/>
              <a:gd name="connsiteX54" fmla="*/ 14764 w 216800"/>
              <a:gd name="connsiteY54" fmla="*/ 50300 h 216801"/>
              <a:gd name="connsiteX55" fmla="*/ 18600 w 216800"/>
              <a:gd name="connsiteY55" fmla="*/ 51231 h 216801"/>
              <a:gd name="connsiteX56" fmla="*/ 33132 w 216800"/>
              <a:gd name="connsiteY56" fmla="*/ 52978 h 216801"/>
              <a:gd name="connsiteX57" fmla="*/ 46502 w 216800"/>
              <a:gd name="connsiteY57" fmla="*/ 46341 h 216801"/>
              <a:gd name="connsiteX58" fmla="*/ 50571 w 216800"/>
              <a:gd name="connsiteY58" fmla="*/ 39471 h 216801"/>
              <a:gd name="connsiteX59" fmla="*/ 52198 w 216800"/>
              <a:gd name="connsiteY59" fmla="*/ 31437 h 216801"/>
              <a:gd name="connsiteX60" fmla="*/ 52198 w 216800"/>
              <a:gd name="connsiteY60" fmla="*/ 24218 h 216801"/>
              <a:gd name="connsiteX61" fmla="*/ 51617 w 216800"/>
              <a:gd name="connsiteY61" fmla="*/ 19561 h 216801"/>
              <a:gd name="connsiteX62" fmla="*/ 50803 w 216800"/>
              <a:gd name="connsiteY62" fmla="*/ 16301 h 216801"/>
              <a:gd name="connsiteX63" fmla="*/ 51152 w 216800"/>
              <a:gd name="connsiteY63" fmla="*/ 13041 h 216801"/>
              <a:gd name="connsiteX64" fmla="*/ 56151 w 216800"/>
              <a:gd name="connsiteY64" fmla="*/ 7335 h 216801"/>
              <a:gd name="connsiteX65" fmla="*/ 63940 w 216800"/>
              <a:gd name="connsiteY65" fmla="*/ 3260 h 216801"/>
              <a:gd name="connsiteX66" fmla="*/ 72078 w 216800"/>
              <a:gd name="connsiteY66" fmla="*/ 815 h 216801"/>
              <a:gd name="connsiteX67" fmla="*/ 78356 w 216800"/>
              <a:gd name="connsiteY67" fmla="*/ 0 h 216801"/>
              <a:gd name="connsiteX68" fmla="*/ 83123 w 216800"/>
              <a:gd name="connsiteY68" fmla="*/ 1980 h 216801"/>
              <a:gd name="connsiteX69" fmla="*/ 85564 w 216800"/>
              <a:gd name="connsiteY69" fmla="*/ 6055 h 216801"/>
              <a:gd name="connsiteX70" fmla="*/ 93934 w 216800"/>
              <a:gd name="connsiteY70" fmla="*/ 17116 h 216801"/>
              <a:gd name="connsiteX71" fmla="*/ 107653 w 216800"/>
              <a:gd name="connsiteY71" fmla="*/ 21890 h 216801"/>
              <a:gd name="connsiteX72" fmla="*/ 122069 w 216800"/>
              <a:gd name="connsiteY72" fmla="*/ 17349 h 216801"/>
              <a:gd name="connsiteX73" fmla="*/ 130904 w 216800"/>
              <a:gd name="connsiteY73" fmla="*/ 5822 h 216801"/>
              <a:gd name="connsiteX74" fmla="*/ 133811 w 216800"/>
              <a:gd name="connsiteY74" fmla="*/ 1980 h 216801"/>
              <a:gd name="connsiteX75" fmla="*/ 137879 w 216800"/>
              <a:gd name="connsiteY75" fmla="*/ 0 h 216801"/>
              <a:gd name="connsiteX76" fmla="*/ 144971 w 216800"/>
              <a:gd name="connsiteY76" fmla="*/ 931 h 216801"/>
              <a:gd name="connsiteX77" fmla="*/ 152528 w 216800"/>
              <a:gd name="connsiteY77" fmla="*/ 3493 h 216801"/>
              <a:gd name="connsiteX78" fmla="*/ 159387 w 216800"/>
              <a:gd name="connsiteY78" fmla="*/ 7685 h 216801"/>
              <a:gd name="connsiteX79" fmla="*/ 164386 w 216800"/>
              <a:gd name="connsiteY79" fmla="*/ 13273 h 216801"/>
              <a:gd name="connsiteX80" fmla="*/ 165083 w 216800"/>
              <a:gd name="connsiteY80" fmla="*/ 17349 h 216801"/>
              <a:gd name="connsiteX81" fmla="*/ 164153 w 216800"/>
              <a:gd name="connsiteY81" fmla="*/ 20493 h 216801"/>
              <a:gd name="connsiteX82" fmla="*/ 162293 w 216800"/>
              <a:gd name="connsiteY82" fmla="*/ 34697 h 216801"/>
              <a:gd name="connsiteX83" fmla="*/ 169036 w 216800"/>
              <a:gd name="connsiteY83" fmla="*/ 47738 h 216801"/>
              <a:gd name="connsiteX84" fmla="*/ 182755 w 216800"/>
              <a:gd name="connsiteY84" fmla="*/ 53909 h 216801"/>
              <a:gd name="connsiteX85" fmla="*/ 197869 w 216800"/>
              <a:gd name="connsiteY85" fmla="*/ 51231 h 216801"/>
              <a:gd name="connsiteX86" fmla="*/ 202402 w 216800"/>
              <a:gd name="connsiteY86" fmla="*/ 50300 h 216801"/>
              <a:gd name="connsiteX87" fmla="*/ 206935 w 216800"/>
              <a:gd name="connsiteY87" fmla="*/ 52395 h 216801"/>
              <a:gd name="connsiteX88" fmla="*/ 213097 w 216800"/>
              <a:gd name="connsiteY88" fmla="*/ 62292 h 216801"/>
              <a:gd name="connsiteX89" fmla="*/ 216701 w 216800"/>
              <a:gd name="connsiteY89" fmla="*/ 75682 h 216801"/>
              <a:gd name="connsiteX90" fmla="*/ 215424 w 216800"/>
              <a:gd name="connsiteY90" fmla="*/ 81853 h 216801"/>
              <a:gd name="connsiteX91" fmla="*/ 211818 w 216800"/>
              <a:gd name="connsiteY91" fmla="*/ 84764 h 216801"/>
              <a:gd name="connsiteX92" fmla="*/ 199496 w 216800"/>
              <a:gd name="connsiteY92" fmla="*/ 93730 h 216801"/>
              <a:gd name="connsiteX93" fmla="*/ 194380 w 216800"/>
              <a:gd name="connsiteY93" fmla="*/ 108284 h 216801"/>
              <a:gd name="connsiteX94" fmla="*/ 198681 w 216800"/>
              <a:gd name="connsiteY94" fmla="*/ 122140 h 216801"/>
              <a:gd name="connsiteX95" fmla="*/ 209959 w 216800"/>
              <a:gd name="connsiteY95" fmla="*/ 130639 h 216801"/>
              <a:gd name="connsiteX96" fmla="*/ 212748 w 216800"/>
              <a:gd name="connsiteY96" fmla="*/ 132502 h 216801"/>
              <a:gd name="connsiteX97" fmla="*/ 216236 w 216800"/>
              <a:gd name="connsiteY97" fmla="*/ 137858 h 216801"/>
              <a:gd name="connsiteX98" fmla="*/ 108118 w 216800"/>
              <a:gd name="connsiteY98" fmla="*/ 158816 h 216801"/>
              <a:gd name="connsiteX99" fmla="*/ 127881 w 216800"/>
              <a:gd name="connsiteY99" fmla="*/ 154858 h 216801"/>
              <a:gd name="connsiteX100" fmla="*/ 144041 w 216800"/>
              <a:gd name="connsiteY100" fmla="*/ 143913 h 216801"/>
              <a:gd name="connsiteX101" fmla="*/ 154853 w 216800"/>
              <a:gd name="connsiteY101" fmla="*/ 127729 h 216801"/>
              <a:gd name="connsiteX102" fmla="*/ 158805 w 216800"/>
              <a:gd name="connsiteY102" fmla="*/ 108051 h 216801"/>
              <a:gd name="connsiteX103" fmla="*/ 154853 w 216800"/>
              <a:gd name="connsiteY103" fmla="*/ 88374 h 216801"/>
              <a:gd name="connsiteX104" fmla="*/ 144041 w 216800"/>
              <a:gd name="connsiteY104" fmla="*/ 72306 h 216801"/>
              <a:gd name="connsiteX105" fmla="*/ 127881 w 216800"/>
              <a:gd name="connsiteY105" fmla="*/ 61477 h 216801"/>
              <a:gd name="connsiteX106" fmla="*/ 108118 w 216800"/>
              <a:gd name="connsiteY106" fmla="*/ 57519 h 216801"/>
              <a:gd name="connsiteX107" fmla="*/ 88470 w 216800"/>
              <a:gd name="connsiteY107" fmla="*/ 61477 h 216801"/>
              <a:gd name="connsiteX108" fmla="*/ 72427 w 216800"/>
              <a:gd name="connsiteY108" fmla="*/ 72306 h 216801"/>
              <a:gd name="connsiteX109" fmla="*/ 61615 w 216800"/>
              <a:gd name="connsiteY109" fmla="*/ 88374 h 216801"/>
              <a:gd name="connsiteX110" fmla="*/ 57662 w 216800"/>
              <a:gd name="connsiteY110" fmla="*/ 108051 h 216801"/>
              <a:gd name="connsiteX111" fmla="*/ 61615 w 216800"/>
              <a:gd name="connsiteY111" fmla="*/ 127729 h 216801"/>
              <a:gd name="connsiteX112" fmla="*/ 72427 w 216800"/>
              <a:gd name="connsiteY112" fmla="*/ 143913 h 216801"/>
              <a:gd name="connsiteX113" fmla="*/ 88470 w 216800"/>
              <a:gd name="connsiteY113" fmla="*/ 154858 h 216801"/>
              <a:gd name="connsiteX114" fmla="*/ 108118 w 216800"/>
              <a:gd name="connsiteY114" fmla="*/ 158816 h 216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216800" h="216801">
                <a:moveTo>
                  <a:pt x="216236" y="137858"/>
                </a:moveTo>
                <a:cubicBezTo>
                  <a:pt x="216547" y="139721"/>
                  <a:pt x="216471" y="141972"/>
                  <a:pt x="216004" y="144612"/>
                </a:cubicBezTo>
                <a:cubicBezTo>
                  <a:pt x="215539" y="147251"/>
                  <a:pt x="214765" y="149929"/>
                  <a:pt x="213679" y="152646"/>
                </a:cubicBezTo>
                <a:cubicBezTo>
                  <a:pt x="212594" y="155362"/>
                  <a:pt x="211277" y="157808"/>
                  <a:pt x="209726" y="159981"/>
                </a:cubicBezTo>
                <a:cubicBezTo>
                  <a:pt x="208175" y="162154"/>
                  <a:pt x="206470" y="163707"/>
                  <a:pt x="204611" y="164638"/>
                </a:cubicBezTo>
                <a:cubicBezTo>
                  <a:pt x="202750" y="165570"/>
                  <a:pt x="201123" y="166036"/>
                  <a:pt x="199728" y="166036"/>
                </a:cubicBezTo>
                <a:cubicBezTo>
                  <a:pt x="198334" y="166036"/>
                  <a:pt x="196783" y="165725"/>
                  <a:pt x="195078" y="165104"/>
                </a:cubicBezTo>
                <a:cubicBezTo>
                  <a:pt x="193527" y="164638"/>
                  <a:pt x="191589" y="164211"/>
                  <a:pt x="189265" y="163823"/>
                </a:cubicBezTo>
                <a:cubicBezTo>
                  <a:pt x="186939" y="163435"/>
                  <a:pt x="184575" y="163358"/>
                  <a:pt x="182173" y="163590"/>
                </a:cubicBezTo>
                <a:cubicBezTo>
                  <a:pt x="179771" y="163823"/>
                  <a:pt x="177368" y="164328"/>
                  <a:pt x="174966" y="165104"/>
                </a:cubicBezTo>
                <a:cubicBezTo>
                  <a:pt x="172563" y="165880"/>
                  <a:pt x="170509" y="167200"/>
                  <a:pt x="168804" y="169063"/>
                </a:cubicBezTo>
                <a:cubicBezTo>
                  <a:pt x="165083" y="172944"/>
                  <a:pt x="162913" y="177369"/>
                  <a:pt x="162293" y="182336"/>
                </a:cubicBezTo>
                <a:cubicBezTo>
                  <a:pt x="161673" y="187303"/>
                  <a:pt x="162371" y="192039"/>
                  <a:pt x="164386" y="196542"/>
                </a:cubicBezTo>
                <a:cubicBezTo>
                  <a:pt x="165936" y="199645"/>
                  <a:pt x="165704" y="202751"/>
                  <a:pt x="163688" y="205856"/>
                </a:cubicBezTo>
                <a:cubicBezTo>
                  <a:pt x="162758" y="207098"/>
                  <a:pt x="161286" y="208380"/>
                  <a:pt x="159271" y="209698"/>
                </a:cubicBezTo>
                <a:cubicBezTo>
                  <a:pt x="157255" y="211018"/>
                  <a:pt x="155046" y="212221"/>
                  <a:pt x="152644" y="213307"/>
                </a:cubicBezTo>
                <a:cubicBezTo>
                  <a:pt x="150241" y="214395"/>
                  <a:pt x="147722" y="215249"/>
                  <a:pt x="145087" y="215870"/>
                </a:cubicBezTo>
                <a:cubicBezTo>
                  <a:pt x="142452" y="216491"/>
                  <a:pt x="140127" y="216802"/>
                  <a:pt x="138112" y="216802"/>
                </a:cubicBezTo>
                <a:cubicBezTo>
                  <a:pt x="136717" y="216802"/>
                  <a:pt x="135399" y="216257"/>
                  <a:pt x="134159" y="215171"/>
                </a:cubicBezTo>
                <a:cubicBezTo>
                  <a:pt x="132919" y="214085"/>
                  <a:pt x="132067" y="212919"/>
                  <a:pt x="131602" y="211679"/>
                </a:cubicBezTo>
                <a:lnTo>
                  <a:pt x="131369" y="211679"/>
                </a:lnTo>
                <a:cubicBezTo>
                  <a:pt x="129664" y="206866"/>
                  <a:pt x="126757" y="202712"/>
                  <a:pt x="122650" y="199219"/>
                </a:cubicBezTo>
                <a:cubicBezTo>
                  <a:pt x="118542" y="195727"/>
                  <a:pt x="113775" y="193979"/>
                  <a:pt x="108350" y="193979"/>
                </a:cubicBezTo>
                <a:cubicBezTo>
                  <a:pt x="103080" y="193979"/>
                  <a:pt x="98313" y="195727"/>
                  <a:pt x="94051" y="199219"/>
                </a:cubicBezTo>
                <a:cubicBezTo>
                  <a:pt x="89788" y="202712"/>
                  <a:pt x="86804" y="206788"/>
                  <a:pt x="85099" y="211444"/>
                </a:cubicBezTo>
                <a:cubicBezTo>
                  <a:pt x="84324" y="213307"/>
                  <a:pt x="83161" y="214667"/>
                  <a:pt x="81611" y="215520"/>
                </a:cubicBezTo>
                <a:cubicBezTo>
                  <a:pt x="80061" y="216374"/>
                  <a:pt x="78356" y="216802"/>
                  <a:pt x="76496" y="216802"/>
                </a:cubicBezTo>
                <a:cubicBezTo>
                  <a:pt x="74326" y="216802"/>
                  <a:pt x="71884" y="216413"/>
                  <a:pt x="69172" y="215636"/>
                </a:cubicBezTo>
                <a:cubicBezTo>
                  <a:pt x="66459" y="214860"/>
                  <a:pt x="63746" y="213889"/>
                  <a:pt x="61034" y="212725"/>
                </a:cubicBezTo>
                <a:cubicBezTo>
                  <a:pt x="58321" y="211561"/>
                  <a:pt x="55879" y="210204"/>
                  <a:pt x="53710" y="208651"/>
                </a:cubicBezTo>
                <a:cubicBezTo>
                  <a:pt x="51540" y="207098"/>
                  <a:pt x="49912" y="205546"/>
                  <a:pt x="48827" y="203993"/>
                </a:cubicBezTo>
                <a:cubicBezTo>
                  <a:pt x="48052" y="202907"/>
                  <a:pt x="47625" y="201626"/>
                  <a:pt x="47548" y="200151"/>
                </a:cubicBezTo>
                <a:cubicBezTo>
                  <a:pt x="47471" y="198676"/>
                  <a:pt x="48052" y="196620"/>
                  <a:pt x="49292" y="193979"/>
                </a:cubicBezTo>
                <a:cubicBezTo>
                  <a:pt x="50997" y="190409"/>
                  <a:pt x="51656" y="186334"/>
                  <a:pt x="51268" y="181754"/>
                </a:cubicBezTo>
                <a:cubicBezTo>
                  <a:pt x="50881" y="177174"/>
                  <a:pt x="48904" y="172944"/>
                  <a:pt x="45339" y="169063"/>
                </a:cubicBezTo>
                <a:cubicBezTo>
                  <a:pt x="43169" y="166734"/>
                  <a:pt x="40534" y="165220"/>
                  <a:pt x="37434" y="164522"/>
                </a:cubicBezTo>
                <a:cubicBezTo>
                  <a:pt x="34334" y="163823"/>
                  <a:pt x="31388" y="163551"/>
                  <a:pt x="28598" y="163707"/>
                </a:cubicBezTo>
                <a:cubicBezTo>
                  <a:pt x="25343" y="163862"/>
                  <a:pt x="22010" y="164483"/>
                  <a:pt x="18600" y="165570"/>
                </a:cubicBezTo>
                <a:cubicBezTo>
                  <a:pt x="16430" y="166191"/>
                  <a:pt x="14260" y="166036"/>
                  <a:pt x="12090" y="165104"/>
                </a:cubicBezTo>
                <a:cubicBezTo>
                  <a:pt x="10385" y="164483"/>
                  <a:pt x="8796" y="163047"/>
                  <a:pt x="7323" y="160796"/>
                </a:cubicBezTo>
                <a:cubicBezTo>
                  <a:pt x="5851" y="158545"/>
                  <a:pt x="4533" y="156061"/>
                  <a:pt x="3371" y="153344"/>
                </a:cubicBezTo>
                <a:cubicBezTo>
                  <a:pt x="2208" y="150627"/>
                  <a:pt x="1317" y="147833"/>
                  <a:pt x="696" y="144961"/>
                </a:cubicBezTo>
                <a:cubicBezTo>
                  <a:pt x="77" y="142089"/>
                  <a:pt x="-79" y="139721"/>
                  <a:pt x="231" y="137858"/>
                </a:cubicBezTo>
                <a:cubicBezTo>
                  <a:pt x="696" y="134443"/>
                  <a:pt x="2246" y="132270"/>
                  <a:pt x="4882" y="131338"/>
                </a:cubicBezTo>
                <a:cubicBezTo>
                  <a:pt x="9532" y="129475"/>
                  <a:pt x="13717" y="126409"/>
                  <a:pt x="17437" y="122140"/>
                </a:cubicBezTo>
                <a:cubicBezTo>
                  <a:pt x="21158" y="117870"/>
                  <a:pt x="23018" y="113097"/>
                  <a:pt x="23018" y="107818"/>
                </a:cubicBezTo>
                <a:cubicBezTo>
                  <a:pt x="23018" y="102385"/>
                  <a:pt x="21158" y="97650"/>
                  <a:pt x="17437" y="93613"/>
                </a:cubicBezTo>
                <a:cubicBezTo>
                  <a:pt x="13717" y="89577"/>
                  <a:pt x="9532" y="86627"/>
                  <a:pt x="4882" y="84764"/>
                </a:cubicBezTo>
                <a:cubicBezTo>
                  <a:pt x="3487" y="84299"/>
                  <a:pt x="2324" y="83173"/>
                  <a:pt x="1394" y="81388"/>
                </a:cubicBezTo>
                <a:cubicBezTo>
                  <a:pt x="464" y="79602"/>
                  <a:pt x="-1" y="77778"/>
                  <a:pt x="-1" y="75915"/>
                </a:cubicBezTo>
                <a:cubicBezTo>
                  <a:pt x="-1" y="73897"/>
                  <a:pt x="309" y="71646"/>
                  <a:pt x="929" y="69162"/>
                </a:cubicBezTo>
                <a:cubicBezTo>
                  <a:pt x="1549" y="66678"/>
                  <a:pt x="2363" y="64272"/>
                  <a:pt x="3371" y="61943"/>
                </a:cubicBezTo>
                <a:cubicBezTo>
                  <a:pt x="4378" y="59615"/>
                  <a:pt x="5541" y="57480"/>
                  <a:pt x="6858" y="55539"/>
                </a:cubicBezTo>
                <a:cubicBezTo>
                  <a:pt x="8176" y="53599"/>
                  <a:pt x="9609" y="52163"/>
                  <a:pt x="11160" y="51231"/>
                </a:cubicBezTo>
                <a:cubicBezTo>
                  <a:pt x="12400" y="50455"/>
                  <a:pt x="13601" y="50144"/>
                  <a:pt x="14764" y="50300"/>
                </a:cubicBezTo>
                <a:cubicBezTo>
                  <a:pt x="15926" y="50455"/>
                  <a:pt x="17205" y="50765"/>
                  <a:pt x="18600" y="51231"/>
                </a:cubicBezTo>
                <a:cubicBezTo>
                  <a:pt x="23250" y="53094"/>
                  <a:pt x="28094" y="53676"/>
                  <a:pt x="33132" y="52978"/>
                </a:cubicBezTo>
                <a:cubicBezTo>
                  <a:pt x="38170" y="52279"/>
                  <a:pt x="42626" y="50067"/>
                  <a:pt x="46502" y="46341"/>
                </a:cubicBezTo>
                <a:cubicBezTo>
                  <a:pt x="48362" y="44478"/>
                  <a:pt x="49718" y="42188"/>
                  <a:pt x="50571" y="39471"/>
                </a:cubicBezTo>
                <a:cubicBezTo>
                  <a:pt x="51423" y="36754"/>
                  <a:pt x="51966" y="34076"/>
                  <a:pt x="52198" y="31437"/>
                </a:cubicBezTo>
                <a:cubicBezTo>
                  <a:pt x="52431" y="28798"/>
                  <a:pt x="52431" y="26392"/>
                  <a:pt x="52198" y="24218"/>
                </a:cubicBezTo>
                <a:cubicBezTo>
                  <a:pt x="51966" y="22045"/>
                  <a:pt x="51772" y="20493"/>
                  <a:pt x="51617" y="19561"/>
                </a:cubicBezTo>
                <a:cubicBezTo>
                  <a:pt x="51307" y="18630"/>
                  <a:pt x="51036" y="17543"/>
                  <a:pt x="50803" y="16301"/>
                </a:cubicBezTo>
                <a:cubicBezTo>
                  <a:pt x="50571" y="15059"/>
                  <a:pt x="50687" y="13972"/>
                  <a:pt x="51152" y="13041"/>
                </a:cubicBezTo>
                <a:cubicBezTo>
                  <a:pt x="52082" y="10867"/>
                  <a:pt x="53748" y="8966"/>
                  <a:pt x="56151" y="7335"/>
                </a:cubicBezTo>
                <a:cubicBezTo>
                  <a:pt x="58554" y="5705"/>
                  <a:pt x="61150" y="4347"/>
                  <a:pt x="63940" y="3260"/>
                </a:cubicBezTo>
                <a:cubicBezTo>
                  <a:pt x="66730" y="2173"/>
                  <a:pt x="69443" y="1358"/>
                  <a:pt x="72078" y="815"/>
                </a:cubicBezTo>
                <a:cubicBezTo>
                  <a:pt x="74713" y="272"/>
                  <a:pt x="76806" y="0"/>
                  <a:pt x="78356" y="0"/>
                </a:cubicBezTo>
                <a:cubicBezTo>
                  <a:pt x="80371" y="0"/>
                  <a:pt x="81960" y="660"/>
                  <a:pt x="83123" y="1980"/>
                </a:cubicBezTo>
                <a:cubicBezTo>
                  <a:pt x="84285" y="3299"/>
                  <a:pt x="85099" y="4658"/>
                  <a:pt x="85564" y="6055"/>
                </a:cubicBezTo>
                <a:cubicBezTo>
                  <a:pt x="87269" y="10246"/>
                  <a:pt x="90059" y="13933"/>
                  <a:pt x="93934" y="17116"/>
                </a:cubicBezTo>
                <a:cubicBezTo>
                  <a:pt x="97810" y="20298"/>
                  <a:pt x="102382" y="21890"/>
                  <a:pt x="107653" y="21890"/>
                </a:cubicBezTo>
                <a:cubicBezTo>
                  <a:pt x="113078" y="21890"/>
                  <a:pt x="117883" y="20376"/>
                  <a:pt x="122069" y="17349"/>
                </a:cubicBezTo>
                <a:cubicBezTo>
                  <a:pt x="126254" y="14322"/>
                  <a:pt x="129199" y="10479"/>
                  <a:pt x="130904" y="5822"/>
                </a:cubicBezTo>
                <a:cubicBezTo>
                  <a:pt x="131524" y="4580"/>
                  <a:pt x="132493" y="3299"/>
                  <a:pt x="133811" y="1980"/>
                </a:cubicBezTo>
                <a:cubicBezTo>
                  <a:pt x="135128" y="660"/>
                  <a:pt x="136484" y="0"/>
                  <a:pt x="137879" y="0"/>
                </a:cubicBezTo>
                <a:cubicBezTo>
                  <a:pt x="140049" y="0"/>
                  <a:pt x="142413" y="311"/>
                  <a:pt x="144971" y="931"/>
                </a:cubicBezTo>
                <a:cubicBezTo>
                  <a:pt x="147529" y="1553"/>
                  <a:pt x="150047" y="2406"/>
                  <a:pt x="152528" y="3493"/>
                </a:cubicBezTo>
                <a:cubicBezTo>
                  <a:pt x="155008" y="4580"/>
                  <a:pt x="157294" y="5977"/>
                  <a:pt x="159387" y="7685"/>
                </a:cubicBezTo>
                <a:cubicBezTo>
                  <a:pt x="161480" y="9392"/>
                  <a:pt x="163146" y="11255"/>
                  <a:pt x="164386" y="13273"/>
                </a:cubicBezTo>
                <a:cubicBezTo>
                  <a:pt x="165161" y="14515"/>
                  <a:pt x="165393" y="15874"/>
                  <a:pt x="165083" y="17349"/>
                </a:cubicBezTo>
                <a:cubicBezTo>
                  <a:pt x="164774" y="18824"/>
                  <a:pt x="164463" y="19871"/>
                  <a:pt x="164153" y="20493"/>
                </a:cubicBezTo>
                <a:cubicBezTo>
                  <a:pt x="162138" y="24995"/>
                  <a:pt x="161518" y="29730"/>
                  <a:pt x="162293" y="34697"/>
                </a:cubicBezTo>
                <a:cubicBezTo>
                  <a:pt x="163068" y="39665"/>
                  <a:pt x="165316" y="44012"/>
                  <a:pt x="169036" y="47738"/>
                </a:cubicBezTo>
                <a:cubicBezTo>
                  <a:pt x="172756" y="51464"/>
                  <a:pt x="177329" y="53521"/>
                  <a:pt x="182755" y="53909"/>
                </a:cubicBezTo>
                <a:cubicBezTo>
                  <a:pt x="188179" y="54297"/>
                  <a:pt x="193218" y="53404"/>
                  <a:pt x="197869" y="51231"/>
                </a:cubicBezTo>
                <a:cubicBezTo>
                  <a:pt x="199107" y="50455"/>
                  <a:pt x="200619" y="50144"/>
                  <a:pt x="202402" y="50300"/>
                </a:cubicBezTo>
                <a:cubicBezTo>
                  <a:pt x="204185" y="50455"/>
                  <a:pt x="205695" y="51154"/>
                  <a:pt x="206935" y="52395"/>
                </a:cubicBezTo>
                <a:cubicBezTo>
                  <a:pt x="209261" y="54569"/>
                  <a:pt x="211314" y="57868"/>
                  <a:pt x="213097" y="62292"/>
                </a:cubicBezTo>
                <a:cubicBezTo>
                  <a:pt x="214881" y="66717"/>
                  <a:pt x="216082" y="71180"/>
                  <a:pt x="216701" y="75682"/>
                </a:cubicBezTo>
                <a:cubicBezTo>
                  <a:pt x="217012" y="78321"/>
                  <a:pt x="216586" y="80379"/>
                  <a:pt x="215424" y="81853"/>
                </a:cubicBezTo>
                <a:cubicBezTo>
                  <a:pt x="214260" y="83328"/>
                  <a:pt x="213058" y="84299"/>
                  <a:pt x="211818" y="84764"/>
                </a:cubicBezTo>
                <a:cubicBezTo>
                  <a:pt x="207013" y="86472"/>
                  <a:pt x="202906" y="89461"/>
                  <a:pt x="199496" y="93730"/>
                </a:cubicBezTo>
                <a:cubicBezTo>
                  <a:pt x="196085" y="97999"/>
                  <a:pt x="194380" y="102850"/>
                  <a:pt x="194380" y="108284"/>
                </a:cubicBezTo>
                <a:cubicBezTo>
                  <a:pt x="194380" y="113563"/>
                  <a:pt x="195814" y="118181"/>
                  <a:pt x="198681" y="122140"/>
                </a:cubicBezTo>
                <a:cubicBezTo>
                  <a:pt x="201548" y="126098"/>
                  <a:pt x="205308" y="128932"/>
                  <a:pt x="209959" y="130639"/>
                </a:cubicBezTo>
                <a:cubicBezTo>
                  <a:pt x="211043" y="131261"/>
                  <a:pt x="211974" y="131881"/>
                  <a:pt x="212748" y="132502"/>
                </a:cubicBezTo>
                <a:cubicBezTo>
                  <a:pt x="214453" y="133900"/>
                  <a:pt x="215617" y="135685"/>
                  <a:pt x="216236" y="137858"/>
                </a:cubicBezTo>
                <a:close/>
                <a:moveTo>
                  <a:pt x="108118" y="158816"/>
                </a:moveTo>
                <a:cubicBezTo>
                  <a:pt x="115093" y="158816"/>
                  <a:pt x="121681" y="157497"/>
                  <a:pt x="127881" y="154858"/>
                </a:cubicBezTo>
                <a:cubicBezTo>
                  <a:pt x="134082" y="152219"/>
                  <a:pt x="139468" y="148570"/>
                  <a:pt x="144041" y="143913"/>
                </a:cubicBezTo>
                <a:cubicBezTo>
                  <a:pt x="148614" y="139256"/>
                  <a:pt x="152218" y="133861"/>
                  <a:pt x="154853" y="127729"/>
                </a:cubicBezTo>
                <a:cubicBezTo>
                  <a:pt x="157488" y="121596"/>
                  <a:pt x="158805" y="115037"/>
                  <a:pt x="158805" y="108051"/>
                </a:cubicBezTo>
                <a:cubicBezTo>
                  <a:pt x="158805" y="101065"/>
                  <a:pt x="157488" y="94506"/>
                  <a:pt x="154853" y="88374"/>
                </a:cubicBezTo>
                <a:cubicBezTo>
                  <a:pt x="152218" y="82242"/>
                  <a:pt x="148614" y="76886"/>
                  <a:pt x="144041" y="72306"/>
                </a:cubicBezTo>
                <a:cubicBezTo>
                  <a:pt x="139468" y="67726"/>
                  <a:pt x="134082" y="64116"/>
                  <a:pt x="127881" y="61477"/>
                </a:cubicBezTo>
                <a:cubicBezTo>
                  <a:pt x="121681" y="58838"/>
                  <a:pt x="115093" y="57519"/>
                  <a:pt x="108118" y="57519"/>
                </a:cubicBezTo>
                <a:cubicBezTo>
                  <a:pt x="101142" y="57519"/>
                  <a:pt x="94593" y="58838"/>
                  <a:pt x="88470" y="61477"/>
                </a:cubicBezTo>
                <a:cubicBezTo>
                  <a:pt x="82348" y="64116"/>
                  <a:pt x="77000" y="67726"/>
                  <a:pt x="72427" y="72306"/>
                </a:cubicBezTo>
                <a:cubicBezTo>
                  <a:pt x="67854" y="76886"/>
                  <a:pt x="64250" y="82242"/>
                  <a:pt x="61615" y="88374"/>
                </a:cubicBezTo>
                <a:cubicBezTo>
                  <a:pt x="58980" y="94506"/>
                  <a:pt x="57662" y="101065"/>
                  <a:pt x="57662" y="108051"/>
                </a:cubicBezTo>
                <a:cubicBezTo>
                  <a:pt x="57662" y="115037"/>
                  <a:pt x="58980" y="121596"/>
                  <a:pt x="61615" y="127729"/>
                </a:cubicBezTo>
                <a:cubicBezTo>
                  <a:pt x="64250" y="133861"/>
                  <a:pt x="67854" y="139256"/>
                  <a:pt x="72427" y="143913"/>
                </a:cubicBezTo>
                <a:cubicBezTo>
                  <a:pt x="77000" y="148570"/>
                  <a:pt x="82348" y="152219"/>
                  <a:pt x="88470" y="154858"/>
                </a:cubicBezTo>
                <a:cubicBezTo>
                  <a:pt x="94593" y="157497"/>
                  <a:pt x="101142" y="158816"/>
                  <a:pt x="108118" y="158816"/>
                </a:cubicBezTo>
                <a:close/>
              </a:path>
            </a:pathLst>
          </a:custGeom>
          <a:gradFill flip="none" rotWithShape="1">
            <a:gsLst>
              <a:gs pos="92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1"/>
            <a:tileRect/>
          </a:gradFill>
          <a:ln w="7495" cap="flat">
            <a:noFill/>
            <a:prstDash val="solid"/>
            <a:miter/>
          </a:ln>
          <a:effectLst>
            <a:outerShdw blurRad="215900" sx="102000" sy="102000" algn="ctr" rotWithShape="0">
              <a:schemeClr val="accent1">
                <a:alpha val="40000"/>
              </a:schemeClr>
            </a:outerShdw>
          </a:effectLst>
          <a:scene3d>
            <a:camera prst="isometricOffAxis2Left"/>
            <a:lightRig rig="threePt" dir="t">
              <a:rot lat="0" lon="0" rev="10800000"/>
            </a:lightRig>
          </a:scene3d>
          <a:sp3d extrusionH="203200"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endParaRPr lang="zh-CN" altLang="en-US" sz="1350"/>
          </a:p>
        </p:txBody>
      </p:sp>
      <p:sp>
        <p:nvSpPr>
          <p:cNvPr id="220" name="正文"/>
          <p:cNvSpPr txBox="1"/>
          <p:nvPr>
            <p:custDataLst>
              <p:tags r:id="rId14"/>
            </p:custDataLst>
          </p:nvPr>
        </p:nvSpPr>
        <p:spPr>
          <a:xfrm>
            <a:off x="631825" y="3455035"/>
            <a:ext cx="1524635" cy="2667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n-ea"/>
                <a:cs typeface="+mj-lt"/>
                <a:sym typeface="+mn-ea"/>
              </a:rPr>
              <a:t>Unit Recognition</a:t>
            </a:r>
            <a:endParaRPr lang="zh-CN" altLang="en-US" b="1" spc="150">
              <a:solidFill>
                <a:srgbClr val="00368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+mn-ea"/>
            </a:endParaRPr>
          </a:p>
        </p:txBody>
      </p:sp>
      <p:sp>
        <p:nvSpPr>
          <p:cNvPr id="3" name="正文"/>
          <p:cNvSpPr txBox="1"/>
          <p:nvPr>
            <p:custDataLst>
              <p:tags r:id="rId15"/>
            </p:custDataLst>
          </p:nvPr>
        </p:nvSpPr>
        <p:spPr>
          <a:xfrm>
            <a:off x="6709410" y="3305175"/>
            <a:ext cx="1531620" cy="2774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lvl="0" algn="ctr" fontAlgn="auto">
              <a:lnSpc>
                <a:spcPct val="10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n-ea"/>
                <a:cs typeface="+mj-lt"/>
                <a:sym typeface="+mn-ea"/>
              </a:rPr>
              <a:t>Fuzzy Matching</a:t>
            </a:r>
            <a:endParaRPr lang="zh-CN" alt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+mj-lt"/>
              <a:ea typeface="+mn-ea"/>
              <a:cs typeface="+mj-lt"/>
              <a:sym typeface="+mn-ea"/>
            </a:endParaRPr>
          </a:p>
          <a:p>
            <a:pPr marL="0" lvl="0" indent="0" algn="r" fontAlgn="auto">
              <a:lnSpc>
                <a:spcPct val="130000"/>
              </a:lnSpc>
            </a:pPr>
            <a:endParaRPr lang="zh-CN" altLang="en-US" b="1" spc="15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+mn-ea"/>
            </a:endParaRPr>
          </a:p>
        </p:txBody>
      </p:sp>
      <p:sp>
        <p:nvSpPr>
          <p:cNvPr id="6" name="正文"/>
          <p:cNvSpPr txBox="1"/>
          <p:nvPr>
            <p:custDataLst>
              <p:tags r:id="rId16"/>
            </p:custDataLst>
          </p:nvPr>
        </p:nvSpPr>
        <p:spPr>
          <a:xfrm>
            <a:off x="5940425" y="2496185"/>
            <a:ext cx="1136650" cy="1962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 fontAlgn="auto">
              <a:lnSpc>
                <a:spcPct val="10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n-ea"/>
                <a:cs typeface="+mj-lt"/>
                <a:sym typeface="+mn-ea"/>
              </a:rPr>
              <a:t>View History</a:t>
            </a:r>
            <a:endParaRPr lang="zh-CN" alt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+mj-lt"/>
              <a:ea typeface="+mn-ea"/>
              <a:cs typeface="+mj-lt"/>
              <a:sym typeface="+mn-ea"/>
            </a:endParaRPr>
          </a:p>
        </p:txBody>
      </p:sp>
      <p:sp>
        <p:nvSpPr>
          <p:cNvPr id="9" name="正文"/>
          <p:cNvSpPr txBox="1"/>
          <p:nvPr>
            <p:custDataLst>
              <p:tags r:id="rId17"/>
            </p:custDataLst>
          </p:nvPr>
        </p:nvSpPr>
        <p:spPr>
          <a:xfrm>
            <a:off x="5293995" y="1832610"/>
            <a:ext cx="2947035" cy="3168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1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n-ea"/>
                <a:cs typeface="+mj-lt"/>
                <a:sym typeface="+mn-ea"/>
              </a:rPr>
              <a:t>Measurement Context Inference</a:t>
            </a:r>
            <a:endParaRPr lang="zh-CN" altLang="en-US" sz="14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+mj-lt"/>
              <a:ea typeface="+mn-ea"/>
              <a:cs typeface="+mj-lt"/>
              <a:sym typeface="+mn-ea"/>
            </a:endParaRPr>
          </a:p>
        </p:txBody>
      </p:sp>
      <p:sp>
        <p:nvSpPr>
          <p:cNvPr id="12" name="正文"/>
          <p:cNvSpPr txBox="1"/>
          <p:nvPr>
            <p:custDataLst>
              <p:tags r:id="rId18"/>
            </p:custDataLst>
          </p:nvPr>
        </p:nvSpPr>
        <p:spPr>
          <a:xfrm>
            <a:off x="2051685" y="2067560"/>
            <a:ext cx="1595120" cy="2159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 fontAlgn="auto">
              <a:lnSpc>
                <a:spcPct val="10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n-ea"/>
                <a:cs typeface="+mj-lt"/>
                <a:sym typeface="+mn-ea"/>
              </a:rPr>
              <a:t>Trend Analysis</a:t>
            </a:r>
            <a:endParaRPr lang="zh-CN" alt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+mj-lt"/>
              <a:ea typeface="+mn-ea"/>
              <a:cs typeface="+mj-lt"/>
              <a:sym typeface="+mn-ea"/>
            </a:endParaRPr>
          </a:p>
        </p:txBody>
      </p:sp>
      <p:sp>
        <p:nvSpPr>
          <p:cNvPr id="15" name="正文"/>
          <p:cNvSpPr txBox="1"/>
          <p:nvPr>
            <p:custDataLst>
              <p:tags r:id="rId19"/>
            </p:custDataLst>
          </p:nvPr>
        </p:nvSpPr>
        <p:spPr>
          <a:xfrm>
            <a:off x="755650" y="2914015"/>
            <a:ext cx="2299970" cy="2355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 fontAlgn="auto">
              <a:lnSpc>
                <a:spcPct val="10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n-ea"/>
                <a:cs typeface="+mj-lt"/>
                <a:sym typeface="+mn-ea"/>
              </a:rPr>
              <a:t>Personalized Feedback</a:t>
            </a:r>
            <a:endParaRPr lang="zh-CN" alt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+mj-lt"/>
              <a:ea typeface="+mn-ea"/>
              <a:cs typeface="+mj-lt"/>
              <a:sym typeface="+mn-ea"/>
            </a:endParaRPr>
          </a:p>
        </p:txBody>
      </p:sp>
      <p:sp>
        <p:nvSpPr>
          <p:cNvPr id="2" name="正文"/>
          <p:cNvSpPr txBox="1"/>
          <p:nvPr>
            <p:custDataLst>
              <p:tags r:id="rId20"/>
            </p:custDataLst>
          </p:nvPr>
        </p:nvSpPr>
        <p:spPr>
          <a:xfrm>
            <a:off x="2771775" y="1379855"/>
            <a:ext cx="1889760" cy="2933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0" lvl="0" algn="ctr" fontAlgn="auto">
              <a:lnSpc>
                <a:spcPct val="10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n-ea"/>
                <a:cs typeface="+mj-lt"/>
                <a:sym typeface="+mn-ea"/>
              </a:rPr>
              <a:t>Emotion Detection</a:t>
            </a:r>
            <a:endParaRPr lang="zh-CN" alt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+mj-lt"/>
              <a:ea typeface="+mn-ea"/>
              <a:cs typeface="+mj-lt"/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21"/>
            </p:custDataLst>
          </p:nvPr>
        </p:nvCxnSpPr>
        <p:spPr>
          <a:xfrm>
            <a:off x="3707606" y="2356051"/>
            <a:ext cx="0" cy="116713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sp>
        <p:nvSpPr>
          <p:cNvPr id="11" name="椭圆 10"/>
          <p:cNvSpPr/>
          <p:nvPr>
            <p:custDataLst>
              <p:tags r:id="rId22"/>
            </p:custDataLst>
          </p:nvPr>
        </p:nvSpPr>
        <p:spPr>
          <a:xfrm flipV="1">
            <a:off x="3585395" y="2067816"/>
            <a:ext cx="238334" cy="238325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23"/>
            </p:custDataLst>
          </p:nvPr>
        </p:nvCxnSpPr>
        <p:spPr>
          <a:xfrm>
            <a:off x="4699312" y="1666393"/>
            <a:ext cx="0" cy="1402625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pic>
        <p:nvPicPr>
          <p:cNvPr id="19" name="图片 18" descr="医学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614545" y="1422400"/>
            <a:ext cx="153670" cy="153670"/>
          </a:xfrm>
          <a:prstGeom prst="rect">
            <a:avLst/>
          </a:prstGeom>
        </p:spPr>
      </p:pic>
      <p:sp>
        <p:nvSpPr>
          <p:cNvPr id="21" name="椭圆 20"/>
          <p:cNvSpPr/>
          <p:nvPr>
            <p:custDataLst>
              <p:tags r:id="rId26"/>
            </p:custDataLst>
          </p:nvPr>
        </p:nvSpPr>
        <p:spPr>
          <a:xfrm flipV="1">
            <a:off x="5106220" y="1779526"/>
            <a:ext cx="252000" cy="252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lIns="215900" tIns="0"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22" name="图片 21" descr="写字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147945" y="1816735"/>
            <a:ext cx="177165" cy="177165"/>
          </a:xfrm>
          <a:prstGeom prst="rect">
            <a:avLst/>
          </a:prstGeom>
        </p:spPr>
      </p:pic>
      <p:pic>
        <p:nvPicPr>
          <p:cNvPr id="23" name="图片 22" descr="上升趋势柱形图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618865" y="2096770"/>
            <a:ext cx="170815" cy="170815"/>
          </a:xfrm>
          <a:prstGeom prst="rect">
            <a:avLst/>
          </a:prstGeom>
        </p:spPr>
      </p:pic>
      <p:pic>
        <p:nvPicPr>
          <p:cNvPr id="24" name="图片 23" descr="人头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064510" y="2897505"/>
            <a:ext cx="236220" cy="236220"/>
          </a:xfrm>
          <a:prstGeom prst="rect">
            <a:avLst/>
          </a:prstGeom>
        </p:spPr>
      </p:pic>
      <p:pic>
        <p:nvPicPr>
          <p:cNvPr id="25" name="图片 24" descr="时钟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653405" y="2454910"/>
            <a:ext cx="196850" cy="196850"/>
          </a:xfrm>
          <a:prstGeom prst="rect">
            <a:avLst/>
          </a:prstGeom>
        </p:spPr>
      </p:pic>
      <p:sp>
        <p:nvSpPr>
          <p:cNvPr id="26" name="椭圆 25"/>
          <p:cNvSpPr/>
          <p:nvPr>
            <p:custDataLst>
              <p:tags r:id="rId35"/>
            </p:custDataLst>
          </p:nvPr>
        </p:nvSpPr>
        <p:spPr>
          <a:xfrm flipV="1">
            <a:off x="5616125" y="2427861"/>
            <a:ext cx="252000" cy="252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手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114550" y="3399790"/>
            <a:ext cx="210185" cy="210185"/>
          </a:xfrm>
          <a:prstGeom prst="rect">
            <a:avLst/>
          </a:prstGeom>
        </p:spPr>
      </p:pic>
      <p:sp>
        <p:nvSpPr>
          <p:cNvPr id="28" name="椭圆 27"/>
          <p:cNvSpPr/>
          <p:nvPr>
            <p:custDataLst>
              <p:tags r:id="rId38"/>
            </p:custDataLst>
          </p:nvPr>
        </p:nvSpPr>
        <p:spPr>
          <a:xfrm flipV="1">
            <a:off x="6483535" y="3271141"/>
            <a:ext cx="252000" cy="252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9" name="椭圆 28"/>
          <p:cNvSpPr/>
          <p:nvPr>
            <p:custDataLst>
              <p:tags r:id="rId39"/>
            </p:custDataLst>
          </p:nvPr>
        </p:nvSpPr>
        <p:spPr>
          <a:xfrm flipV="1">
            <a:off x="2078778" y="3363709"/>
            <a:ext cx="282469" cy="282461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1" name="图片 30" descr="箭头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494145" y="3291840"/>
            <a:ext cx="215265" cy="215265"/>
          </a:xfrm>
          <a:prstGeom prst="rect">
            <a:avLst/>
          </a:prstGeom>
        </p:spPr>
      </p:pic>
      <p:sp>
        <p:nvSpPr>
          <p:cNvPr id="32" name="标题 16"/>
          <p:cNvSpPr>
            <a:spLocks noGrp="1"/>
          </p:cNvSpPr>
          <p:nvPr>
            <p:custDataLst>
              <p:tags r:id="rId42"/>
            </p:custDataLst>
          </p:nvPr>
        </p:nvSpPr>
        <p:spPr>
          <a:xfrm>
            <a:off x="755560" y="12308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r>
              <a:rPr lang="zh-CN" altLang="en-US">
                <a:sym typeface="+mn-ea"/>
              </a:rPr>
              <a:t>03. Additional Features</a:t>
            </a:r>
            <a:endParaRPr lang="zh-CN" altLang="en-US"/>
          </a:p>
        </p:txBody>
      </p:sp>
    </p:spTree>
    <p:custDataLst>
      <p:tags r:id="rId4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E:/设计图片素材/7900403_.jpg7900403_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" t="4694" r="2912" b="1972"/>
          <a:stretch>
            <a:fillRect/>
          </a:stretch>
        </p:blipFill>
        <p:spPr>
          <a:xfrm>
            <a:off x="6084570" y="2051685"/>
            <a:ext cx="2614295" cy="538480"/>
          </a:xfrm>
          <a:prstGeom prst="snip2DiagRect">
            <a:avLst>
              <a:gd name="adj1" fmla="val 0"/>
              <a:gd name="adj2" fmla="val 19828"/>
            </a:avLst>
          </a:prstGeom>
          <a:solidFill>
            <a:schemeClr val="accent1"/>
          </a:soli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94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</p:pic>
      <p:sp>
        <p:nvSpPr>
          <p:cNvPr id="14" name="稻壳设计师康帅7-1"/>
          <p:cNvSpPr/>
          <p:nvPr>
            <p:custDataLst>
              <p:tags r:id="rId3"/>
            </p:custDataLst>
          </p:nvPr>
        </p:nvSpPr>
        <p:spPr>
          <a:xfrm>
            <a:off x="809625" y="1910080"/>
            <a:ext cx="4956810" cy="886460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t" anchorCtr="0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b="1" dirty="0">
                <a:ln>
                  <a:noFill/>
                  <a:prstDash val="sysDot"/>
                </a:ln>
                <a:solidFill>
                  <a:schemeClr val="accent2">
                    <a:lumMod val="75000"/>
                  </a:schemeClr>
                </a:solidFill>
                <a:latin typeface="+mn-lt"/>
                <a:cs typeface="+mn-lt"/>
                <a:sym typeface="MiSans Normal" panose="00000500000000000000" charset="-122"/>
              </a:rPr>
              <a:t>Issue: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accent2">
                    <a:lumMod val="75000"/>
                  </a:schemeClr>
                </a:solidFill>
                <a:latin typeface="+mn-lt"/>
                <a:cs typeface="+mn-lt"/>
                <a:sym typeface="MiSans Normal" panose="00000500000000000000" charset="-122"/>
              </a:rPr>
              <a:t> Complex meal phrase not recognized </a:t>
            </a:r>
            <a:endParaRPr lang="en-US" altLang="zh-CN" sz="1200" dirty="0">
              <a:ln>
                <a:noFill/>
                <a:prstDash val="sysDot"/>
              </a:ln>
              <a:solidFill>
                <a:schemeClr val="accent2">
                  <a:lumMod val="75000"/>
                </a:schemeClr>
              </a:solidFill>
              <a:latin typeface="+mn-lt"/>
              <a:cs typeface="+mn-lt"/>
              <a:sym typeface="MiSans Normal" panose="00000500000000000000" charset="-122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b="1" dirty="0">
                <a:ln>
                  <a:noFill/>
                  <a:prstDash val="sysDot"/>
                </a:ln>
                <a:solidFill>
                  <a:schemeClr val="accent2">
                    <a:lumMod val="75000"/>
                  </a:schemeClr>
                </a:solidFill>
                <a:latin typeface="+mn-lt"/>
                <a:cs typeface="+mn-lt"/>
                <a:sym typeface="MiSans Normal" panose="00000500000000000000" charset="-122"/>
              </a:rPr>
              <a:t>Optimization: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accent2">
                    <a:lumMod val="75000"/>
                  </a:schemeClr>
                </a:solidFill>
                <a:latin typeface="+mn-lt"/>
                <a:cs typeface="+mn-lt"/>
                <a:sym typeface="MiSans Normal" panose="00000500000000000000" charset="-122"/>
              </a:rPr>
              <a:t> Expand meal vocabulary dictionary + improve temporal expression parsing</a:t>
            </a:r>
            <a:endParaRPr lang="en-US" altLang="zh-CN" sz="1200" dirty="0">
              <a:ln>
                <a:noFill/>
                <a:prstDash val="sysDot"/>
              </a:ln>
              <a:solidFill>
                <a:schemeClr val="accent2">
                  <a:lumMod val="75000"/>
                </a:schemeClr>
              </a:solidFill>
              <a:latin typeface="+mn-lt"/>
              <a:cs typeface="+mn-lt"/>
              <a:sym typeface="MiSans Normal" panose="00000500000000000000" charset="-122"/>
            </a:endParaRPr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321310" y="1424146"/>
            <a:ext cx="487680" cy="487680"/>
          </a:xfrm>
          <a:prstGeom prst="ellipse">
            <a:avLst/>
          </a:prstGeom>
          <a:gradFill>
            <a:gsLst>
              <a:gs pos="73000">
                <a:schemeClr val="accent1">
                  <a:alpha val="0"/>
                </a:schemeClr>
              </a:gs>
              <a:gs pos="100000">
                <a:schemeClr val="accent1">
                  <a:alpha val="35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800" b="1">
              <a:solidFill>
                <a:schemeClr val="accent1"/>
              </a:soli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00430" y="1529874"/>
            <a:ext cx="4118134" cy="27717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1600" b="1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n-lt"/>
                <a:cs typeface="+mn-lt"/>
                <a:sym typeface="MiSans Normal" panose="00000500000000000000" charset="-122"/>
              </a:rPr>
              <a:t>Error: Context Detection</a:t>
            </a:r>
            <a:endParaRPr lang="en-US" altLang="zh-CN" sz="1600" b="1"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  <a:latin typeface="+mn-lt"/>
              <a:cs typeface="+mn-lt"/>
              <a:sym typeface="MiSans Normal" panose="00000500000000000000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6"/>
            </p:custDataLst>
          </p:nvPr>
        </p:nvSpPr>
        <p:spPr>
          <a:xfrm>
            <a:off x="469424" y="1604169"/>
            <a:ext cx="191929" cy="1276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7" h="334">
                <a:moveTo>
                  <a:pt x="0" y="0"/>
                </a:moveTo>
                <a:lnTo>
                  <a:pt x="89" y="0"/>
                </a:lnTo>
                <a:lnTo>
                  <a:pt x="89" y="286"/>
                </a:lnTo>
                <a:lnTo>
                  <a:pt x="204" y="286"/>
                </a:lnTo>
                <a:lnTo>
                  <a:pt x="204" y="49"/>
                </a:lnTo>
                <a:lnTo>
                  <a:pt x="89" y="49"/>
                </a:lnTo>
                <a:lnTo>
                  <a:pt x="105" y="0"/>
                </a:lnTo>
                <a:lnTo>
                  <a:pt x="227" y="0"/>
                </a:lnTo>
                <a:lnTo>
                  <a:pt x="293" y="63"/>
                </a:lnTo>
                <a:lnTo>
                  <a:pt x="293" y="272"/>
                </a:lnTo>
                <a:lnTo>
                  <a:pt x="227" y="334"/>
                </a:lnTo>
                <a:lnTo>
                  <a:pt x="66" y="334"/>
                </a:lnTo>
                <a:lnTo>
                  <a:pt x="0" y="272"/>
                </a:lnTo>
                <a:lnTo>
                  <a:pt x="0" y="0"/>
                </a:lnTo>
                <a:close/>
                <a:moveTo>
                  <a:pt x="350" y="0"/>
                </a:moveTo>
                <a:lnTo>
                  <a:pt x="465" y="0"/>
                </a:lnTo>
                <a:lnTo>
                  <a:pt x="465" y="286"/>
                </a:lnTo>
                <a:lnTo>
                  <a:pt x="507" y="286"/>
                </a:lnTo>
                <a:lnTo>
                  <a:pt x="507" y="334"/>
                </a:lnTo>
                <a:lnTo>
                  <a:pt x="325" y="334"/>
                </a:lnTo>
                <a:lnTo>
                  <a:pt x="340" y="286"/>
                </a:lnTo>
                <a:lnTo>
                  <a:pt x="376" y="286"/>
                </a:lnTo>
                <a:lnTo>
                  <a:pt x="376" y="48"/>
                </a:lnTo>
                <a:lnTo>
                  <a:pt x="335" y="48"/>
                </a:lnTo>
                <a:lnTo>
                  <a:pt x="35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7"/>
            </p:custDataLst>
          </p:nvPr>
        </p:nvCxnSpPr>
        <p:spPr>
          <a:xfrm flipH="1" flipV="1">
            <a:off x="787559" y="1769904"/>
            <a:ext cx="114776" cy="87630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accent1">
                <a:alpha val="6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稻壳设计师康帅7-2"/>
          <p:cNvSpPr/>
          <p:nvPr>
            <p:custDataLst>
              <p:tags r:id="rId8"/>
            </p:custDataLst>
          </p:nvPr>
        </p:nvSpPr>
        <p:spPr>
          <a:xfrm>
            <a:off x="812800" y="2851944"/>
            <a:ext cx="852964" cy="32861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 w="1791" h="69">
                <a:moveTo>
                  <a:pt x="0" y="69"/>
                </a:moveTo>
                <a:lnTo>
                  <a:pt x="17" y="0"/>
                </a:lnTo>
                <a:lnTo>
                  <a:pt x="127" y="0"/>
                </a:lnTo>
                <a:lnTo>
                  <a:pt x="110" y="69"/>
                </a:lnTo>
                <a:lnTo>
                  <a:pt x="0" y="69"/>
                </a:lnTo>
                <a:close/>
                <a:moveTo>
                  <a:pt x="166" y="69"/>
                </a:moveTo>
                <a:lnTo>
                  <a:pt x="183" y="0"/>
                </a:lnTo>
                <a:lnTo>
                  <a:pt x="293" y="0"/>
                </a:lnTo>
                <a:lnTo>
                  <a:pt x="276" y="69"/>
                </a:lnTo>
                <a:lnTo>
                  <a:pt x="166" y="69"/>
                </a:lnTo>
                <a:close/>
                <a:moveTo>
                  <a:pt x="333" y="69"/>
                </a:moveTo>
                <a:lnTo>
                  <a:pt x="350" y="0"/>
                </a:lnTo>
                <a:lnTo>
                  <a:pt x="460" y="0"/>
                </a:lnTo>
                <a:lnTo>
                  <a:pt x="443" y="69"/>
                </a:lnTo>
                <a:lnTo>
                  <a:pt x="333" y="69"/>
                </a:lnTo>
                <a:close/>
                <a:moveTo>
                  <a:pt x="499" y="69"/>
                </a:moveTo>
                <a:lnTo>
                  <a:pt x="516" y="0"/>
                </a:lnTo>
                <a:lnTo>
                  <a:pt x="626" y="0"/>
                </a:lnTo>
                <a:lnTo>
                  <a:pt x="609" y="69"/>
                </a:lnTo>
                <a:lnTo>
                  <a:pt x="499" y="69"/>
                </a:lnTo>
                <a:close/>
                <a:moveTo>
                  <a:pt x="666" y="69"/>
                </a:moveTo>
                <a:lnTo>
                  <a:pt x="683" y="0"/>
                </a:lnTo>
                <a:lnTo>
                  <a:pt x="793" y="0"/>
                </a:lnTo>
                <a:lnTo>
                  <a:pt x="776" y="69"/>
                </a:lnTo>
                <a:lnTo>
                  <a:pt x="666" y="69"/>
                </a:lnTo>
                <a:close/>
                <a:moveTo>
                  <a:pt x="832" y="69"/>
                </a:moveTo>
                <a:lnTo>
                  <a:pt x="849" y="0"/>
                </a:lnTo>
                <a:lnTo>
                  <a:pt x="959" y="0"/>
                </a:lnTo>
                <a:lnTo>
                  <a:pt x="942" y="69"/>
                </a:lnTo>
                <a:lnTo>
                  <a:pt x="832" y="69"/>
                </a:lnTo>
                <a:close/>
                <a:moveTo>
                  <a:pt x="999" y="69"/>
                </a:moveTo>
                <a:lnTo>
                  <a:pt x="1016" y="0"/>
                </a:lnTo>
                <a:lnTo>
                  <a:pt x="1126" y="0"/>
                </a:lnTo>
                <a:lnTo>
                  <a:pt x="1109" y="69"/>
                </a:lnTo>
                <a:lnTo>
                  <a:pt x="999" y="69"/>
                </a:lnTo>
                <a:close/>
                <a:moveTo>
                  <a:pt x="1165" y="69"/>
                </a:moveTo>
                <a:lnTo>
                  <a:pt x="1182" y="0"/>
                </a:lnTo>
                <a:lnTo>
                  <a:pt x="1292" y="0"/>
                </a:lnTo>
                <a:lnTo>
                  <a:pt x="1275" y="69"/>
                </a:lnTo>
                <a:lnTo>
                  <a:pt x="1165" y="69"/>
                </a:lnTo>
                <a:close/>
                <a:moveTo>
                  <a:pt x="1332" y="69"/>
                </a:moveTo>
                <a:lnTo>
                  <a:pt x="1349" y="0"/>
                </a:lnTo>
                <a:lnTo>
                  <a:pt x="1459" y="0"/>
                </a:lnTo>
                <a:lnTo>
                  <a:pt x="1442" y="69"/>
                </a:lnTo>
                <a:lnTo>
                  <a:pt x="1332" y="69"/>
                </a:lnTo>
                <a:close/>
                <a:moveTo>
                  <a:pt x="1498" y="69"/>
                </a:moveTo>
                <a:lnTo>
                  <a:pt x="1515" y="0"/>
                </a:lnTo>
                <a:lnTo>
                  <a:pt x="1625" y="0"/>
                </a:lnTo>
                <a:lnTo>
                  <a:pt x="1608" y="69"/>
                </a:lnTo>
                <a:lnTo>
                  <a:pt x="1498" y="69"/>
                </a:lnTo>
                <a:close/>
                <a:moveTo>
                  <a:pt x="1664" y="69"/>
                </a:moveTo>
                <a:lnTo>
                  <a:pt x="1681" y="0"/>
                </a:lnTo>
                <a:lnTo>
                  <a:pt x="1791" y="0"/>
                </a:lnTo>
                <a:lnTo>
                  <a:pt x="1774" y="69"/>
                </a:lnTo>
                <a:lnTo>
                  <a:pt x="1664" y="69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127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latin typeface="+mn-ea"/>
              <a:sym typeface="MiSans Normal" panose="000005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9"/>
            </p:custDataLst>
          </p:nvPr>
        </p:nvGrpSpPr>
        <p:grpSpPr>
          <a:xfrm>
            <a:off x="4663440" y="2772410"/>
            <a:ext cx="1134745" cy="79375"/>
            <a:chOff x="6558" y="4138"/>
            <a:chExt cx="1787" cy="125"/>
          </a:xfrm>
        </p:grpSpPr>
        <p:cxnSp>
          <p:nvCxnSpPr>
            <p:cNvPr id="37" name="稻壳设计师康帅7-13"/>
            <p:cNvCxnSpPr/>
            <p:nvPr>
              <p:custDataLst>
                <p:tags r:id="rId10"/>
              </p:custDataLst>
            </p:nvPr>
          </p:nvCxnSpPr>
          <p:spPr>
            <a:xfrm>
              <a:off x="6558" y="4263"/>
              <a:ext cx="1672" cy="0"/>
            </a:xfrm>
            <a:prstGeom prst="line">
              <a:avLst/>
            </a:prstGeom>
            <a:gradFill flip="none" rotWithShape="1">
              <a:gsLst>
                <a:gs pos="43000">
                  <a:srgbClr val="65B4D5">
                    <a:alpha val="16000"/>
                  </a:srgbClr>
                </a:gs>
                <a:gs pos="0">
                  <a:srgbClr val="65B4D5">
                    <a:alpha val="30000"/>
                  </a:srgbClr>
                </a:gs>
                <a:gs pos="100000">
                  <a:srgbClr val="65B4D5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6350" cap="rnd" cmpd="sng" algn="ctr">
              <a:solidFill>
                <a:schemeClr val="accent1">
                  <a:alpha val="70000"/>
                </a:schemeClr>
              </a:solidFill>
              <a:prstDash val="solid"/>
              <a:round/>
            </a:ln>
            <a:effectLst>
              <a:outerShdw blurRad="177800" algn="ctr" rotWithShape="0">
                <a:srgbClr val="65B4D5">
                  <a:alpha val="89000"/>
                </a:srgbClr>
              </a:outerShdw>
            </a:effectLst>
          </p:spPr>
        </p:cxnSp>
        <p:cxnSp>
          <p:nvCxnSpPr>
            <p:cNvPr id="43" name="稻壳设计师康帅7-14"/>
            <p:cNvCxnSpPr/>
            <p:nvPr>
              <p:custDataLst>
                <p:tags r:id="rId11"/>
              </p:custDataLst>
            </p:nvPr>
          </p:nvCxnSpPr>
          <p:spPr>
            <a:xfrm flipV="1">
              <a:off x="8229" y="4138"/>
              <a:ext cx="116" cy="125"/>
            </a:xfrm>
            <a:prstGeom prst="line">
              <a:avLst/>
            </a:prstGeom>
            <a:gradFill flip="none" rotWithShape="1">
              <a:gsLst>
                <a:gs pos="43000">
                  <a:srgbClr val="65B4D5">
                    <a:alpha val="16000"/>
                  </a:srgbClr>
                </a:gs>
                <a:gs pos="0">
                  <a:srgbClr val="65B4D5">
                    <a:alpha val="30000"/>
                  </a:srgbClr>
                </a:gs>
                <a:gs pos="100000">
                  <a:srgbClr val="65B4D5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6350" cap="rnd" cmpd="sng" algn="ctr">
              <a:solidFill>
                <a:schemeClr val="accent1">
                  <a:alpha val="70000"/>
                </a:schemeClr>
              </a:solidFill>
              <a:prstDash val="solid"/>
              <a:round/>
            </a:ln>
            <a:effectLst>
              <a:outerShdw blurRad="177800" algn="ctr" rotWithShape="0">
                <a:srgbClr val="65B4D5">
                  <a:alpha val="89000"/>
                </a:srgbClr>
              </a:outerShdw>
            </a:effectLst>
          </p:spPr>
        </p:cxnSp>
      </p:grpSp>
      <p:sp>
        <p:nvSpPr>
          <p:cNvPr id="44" name="椭圆 43"/>
          <p:cNvSpPr/>
          <p:nvPr>
            <p:custDataLst>
              <p:tags r:id="rId12"/>
            </p:custDataLst>
          </p:nvPr>
        </p:nvSpPr>
        <p:spPr>
          <a:xfrm>
            <a:off x="320675" y="3272314"/>
            <a:ext cx="487680" cy="487680"/>
          </a:xfrm>
          <a:prstGeom prst="ellipse">
            <a:avLst/>
          </a:prstGeom>
          <a:gradFill>
            <a:gsLst>
              <a:gs pos="73000">
                <a:schemeClr val="accent1">
                  <a:alpha val="0"/>
                </a:schemeClr>
              </a:gs>
              <a:gs pos="100000">
                <a:schemeClr val="accent1">
                  <a:alpha val="35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800" b="1">
              <a:solidFill>
                <a:schemeClr val="accent1"/>
              </a:soli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13"/>
            </p:custDataLst>
          </p:nvPr>
        </p:nvSpPr>
        <p:spPr>
          <a:xfrm>
            <a:off x="447358" y="3452813"/>
            <a:ext cx="234791" cy="12668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20" h="333">
                <a:moveTo>
                  <a:pt x="333" y="142"/>
                </a:moveTo>
                <a:lnTo>
                  <a:pt x="422" y="142"/>
                </a:lnTo>
                <a:lnTo>
                  <a:pt x="422" y="285"/>
                </a:lnTo>
                <a:lnTo>
                  <a:pt x="620" y="285"/>
                </a:lnTo>
                <a:lnTo>
                  <a:pt x="620" y="333"/>
                </a:lnTo>
                <a:lnTo>
                  <a:pt x="333" y="333"/>
                </a:lnTo>
                <a:lnTo>
                  <a:pt x="333" y="142"/>
                </a:lnTo>
                <a:close/>
                <a:moveTo>
                  <a:pt x="344" y="0"/>
                </a:moveTo>
                <a:lnTo>
                  <a:pt x="613" y="0"/>
                </a:lnTo>
                <a:lnTo>
                  <a:pt x="613" y="127"/>
                </a:lnTo>
                <a:lnTo>
                  <a:pt x="547" y="190"/>
                </a:lnTo>
                <a:lnTo>
                  <a:pt x="422" y="190"/>
                </a:lnTo>
                <a:lnTo>
                  <a:pt x="438" y="142"/>
                </a:lnTo>
                <a:lnTo>
                  <a:pt x="524" y="142"/>
                </a:lnTo>
                <a:lnTo>
                  <a:pt x="524" y="48"/>
                </a:lnTo>
                <a:lnTo>
                  <a:pt x="329" y="48"/>
                </a:lnTo>
                <a:lnTo>
                  <a:pt x="344" y="0"/>
                </a:lnTo>
                <a:close/>
                <a:moveTo>
                  <a:pt x="0" y="0"/>
                </a:moveTo>
                <a:lnTo>
                  <a:pt x="89" y="0"/>
                </a:lnTo>
                <a:lnTo>
                  <a:pt x="89" y="285"/>
                </a:lnTo>
                <a:lnTo>
                  <a:pt x="205" y="285"/>
                </a:lnTo>
                <a:lnTo>
                  <a:pt x="205" y="48"/>
                </a:lnTo>
                <a:lnTo>
                  <a:pt x="89" y="48"/>
                </a:lnTo>
                <a:lnTo>
                  <a:pt x="105" y="0"/>
                </a:lnTo>
                <a:lnTo>
                  <a:pt x="227" y="0"/>
                </a:lnTo>
                <a:lnTo>
                  <a:pt x="293" y="62"/>
                </a:lnTo>
                <a:lnTo>
                  <a:pt x="293" y="271"/>
                </a:lnTo>
                <a:lnTo>
                  <a:pt x="227" y="333"/>
                </a:lnTo>
                <a:lnTo>
                  <a:pt x="66" y="333"/>
                </a:lnTo>
                <a:lnTo>
                  <a:pt x="0" y="2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46" name="稻壳设计师康帅7-1"/>
          <p:cNvSpPr/>
          <p:nvPr>
            <p:custDataLst>
              <p:tags r:id="rId14"/>
            </p:custDataLst>
          </p:nvPr>
        </p:nvSpPr>
        <p:spPr>
          <a:xfrm>
            <a:off x="808990" y="3757930"/>
            <a:ext cx="4957445" cy="886460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b="1" dirty="0">
                <a:ln>
                  <a:noFill/>
                  <a:prstDash val="sysDot"/>
                </a:ln>
                <a:solidFill>
                  <a:schemeClr val="accent2">
                    <a:lumMod val="75000"/>
                  </a:schemeClr>
                </a:solidFill>
                <a:uFillTx/>
                <a:latin typeface="+mn-lt"/>
                <a:cs typeface="+mn-lt"/>
                <a:sym typeface="Arial" panose="020B0604020202020204"/>
              </a:rPr>
              <a:t>Issue: 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accent2">
                    <a:lumMod val="75000"/>
                  </a:schemeClr>
                </a:solidFill>
                <a:uFillTx/>
                <a:latin typeface="+mn-lt"/>
                <a:cs typeface="+mn-lt"/>
                <a:sym typeface="Arial" panose="020B0604020202020204"/>
              </a:rPr>
              <a:t>Comma decimal format not supported </a:t>
            </a:r>
            <a:endParaRPr lang="en-US" altLang="zh-CN" sz="1200" dirty="0">
              <a:ln>
                <a:noFill/>
                <a:prstDash val="sysDot"/>
              </a:ln>
              <a:solidFill>
                <a:schemeClr val="accent2">
                  <a:lumMod val="75000"/>
                </a:schemeClr>
              </a:solidFill>
              <a:uFillTx/>
              <a:latin typeface="+mn-lt"/>
              <a:ea typeface="Arial" panose="020B0604020202020204"/>
              <a:cs typeface="+mn-lt"/>
              <a:sym typeface="Arial" panose="020B0604020202020204"/>
            </a:endParaRPr>
          </a:p>
          <a:p>
            <a:pPr marL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200" b="1" dirty="0">
                <a:ln>
                  <a:noFill/>
                  <a:prstDash val="sysDot"/>
                </a:ln>
                <a:solidFill>
                  <a:schemeClr val="accent2">
                    <a:lumMod val="75000"/>
                  </a:schemeClr>
                </a:solidFill>
                <a:uFillTx/>
                <a:latin typeface="+mn-lt"/>
                <a:cs typeface="+mn-lt"/>
                <a:sym typeface="Arial" panose="020B0604020202020204"/>
              </a:rPr>
              <a:t>Optimization: 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accent2">
                    <a:lumMod val="75000"/>
                  </a:schemeClr>
                </a:solidFill>
                <a:uFillTx/>
                <a:latin typeface="+mn-lt"/>
                <a:cs typeface="+mn-lt"/>
                <a:sym typeface="Arial" panose="020B0604020202020204"/>
              </a:rPr>
              <a:t>Add international number format support + localization handling</a:t>
            </a:r>
            <a:endParaRPr lang="en-US" altLang="zh-CN" sz="1200" dirty="0">
              <a:ln>
                <a:noFill/>
                <a:prstDash val="sysDot"/>
              </a:ln>
              <a:solidFill>
                <a:schemeClr val="accent2">
                  <a:lumMod val="75000"/>
                </a:schemeClr>
              </a:solidFill>
              <a:uFillTx/>
              <a:latin typeface="+mn-lt"/>
              <a:cs typeface="+mn-lt"/>
              <a:sym typeface="Arial" panose="020B0604020202020204"/>
            </a:endParaRPr>
          </a:p>
        </p:txBody>
      </p:sp>
      <p:sp>
        <p:nvSpPr>
          <p:cNvPr id="47" name="矩形 46"/>
          <p:cNvSpPr/>
          <p:nvPr>
            <p:custDataLst>
              <p:tags r:id="rId15"/>
            </p:custDataLst>
          </p:nvPr>
        </p:nvSpPr>
        <p:spPr>
          <a:xfrm>
            <a:off x="899795" y="3377565"/>
            <a:ext cx="4118134" cy="27717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1600" b="1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n-lt"/>
                <a:cs typeface="+mn-lt"/>
                <a:sym typeface="MiSans Normal" panose="00000500000000000000" charset="-122"/>
              </a:rPr>
              <a:t>Error: Value Extraction</a:t>
            </a:r>
            <a:endParaRPr lang="en-US" altLang="zh-CN" sz="1600" b="1"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  <a:latin typeface="+mn-lt"/>
              <a:cs typeface="+mn-lt"/>
              <a:sym typeface="MiSans Normal" panose="00000500000000000000" charset="-122"/>
            </a:endParaRPr>
          </a:p>
        </p:txBody>
      </p:sp>
      <p:cxnSp>
        <p:nvCxnSpPr>
          <p:cNvPr id="48" name="直接连接符 47"/>
          <p:cNvCxnSpPr/>
          <p:nvPr>
            <p:custDataLst>
              <p:tags r:id="rId16"/>
            </p:custDataLst>
          </p:nvPr>
        </p:nvCxnSpPr>
        <p:spPr>
          <a:xfrm flipH="1" flipV="1">
            <a:off x="786924" y="3617595"/>
            <a:ext cx="114776" cy="87630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accent1">
                <a:alpha val="6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稻壳设计师康帅7-2"/>
          <p:cNvSpPr/>
          <p:nvPr>
            <p:custDataLst>
              <p:tags r:id="rId17"/>
            </p:custDataLst>
          </p:nvPr>
        </p:nvSpPr>
        <p:spPr>
          <a:xfrm>
            <a:off x="812165" y="4699635"/>
            <a:ext cx="852964" cy="32861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il" t="it" r="ir" b="ib"/>
            <a:pathLst>
              <a:path w="1791" h="69">
                <a:moveTo>
                  <a:pt x="0" y="69"/>
                </a:moveTo>
                <a:lnTo>
                  <a:pt x="17" y="0"/>
                </a:lnTo>
                <a:lnTo>
                  <a:pt x="127" y="0"/>
                </a:lnTo>
                <a:lnTo>
                  <a:pt x="110" y="69"/>
                </a:lnTo>
                <a:lnTo>
                  <a:pt x="0" y="69"/>
                </a:lnTo>
                <a:close/>
                <a:moveTo>
                  <a:pt x="166" y="69"/>
                </a:moveTo>
                <a:lnTo>
                  <a:pt x="183" y="0"/>
                </a:lnTo>
                <a:lnTo>
                  <a:pt x="293" y="0"/>
                </a:lnTo>
                <a:lnTo>
                  <a:pt x="276" y="69"/>
                </a:lnTo>
                <a:lnTo>
                  <a:pt x="166" y="69"/>
                </a:lnTo>
                <a:close/>
                <a:moveTo>
                  <a:pt x="333" y="69"/>
                </a:moveTo>
                <a:lnTo>
                  <a:pt x="350" y="0"/>
                </a:lnTo>
                <a:lnTo>
                  <a:pt x="460" y="0"/>
                </a:lnTo>
                <a:lnTo>
                  <a:pt x="443" y="69"/>
                </a:lnTo>
                <a:lnTo>
                  <a:pt x="333" y="69"/>
                </a:lnTo>
                <a:close/>
                <a:moveTo>
                  <a:pt x="499" y="69"/>
                </a:moveTo>
                <a:lnTo>
                  <a:pt x="516" y="0"/>
                </a:lnTo>
                <a:lnTo>
                  <a:pt x="626" y="0"/>
                </a:lnTo>
                <a:lnTo>
                  <a:pt x="609" y="69"/>
                </a:lnTo>
                <a:lnTo>
                  <a:pt x="499" y="69"/>
                </a:lnTo>
                <a:close/>
                <a:moveTo>
                  <a:pt x="666" y="69"/>
                </a:moveTo>
                <a:lnTo>
                  <a:pt x="683" y="0"/>
                </a:lnTo>
                <a:lnTo>
                  <a:pt x="793" y="0"/>
                </a:lnTo>
                <a:lnTo>
                  <a:pt x="776" y="69"/>
                </a:lnTo>
                <a:lnTo>
                  <a:pt x="666" y="69"/>
                </a:lnTo>
                <a:close/>
                <a:moveTo>
                  <a:pt x="832" y="69"/>
                </a:moveTo>
                <a:lnTo>
                  <a:pt x="849" y="0"/>
                </a:lnTo>
                <a:lnTo>
                  <a:pt x="959" y="0"/>
                </a:lnTo>
                <a:lnTo>
                  <a:pt x="942" y="69"/>
                </a:lnTo>
                <a:lnTo>
                  <a:pt x="832" y="69"/>
                </a:lnTo>
                <a:close/>
                <a:moveTo>
                  <a:pt x="999" y="69"/>
                </a:moveTo>
                <a:lnTo>
                  <a:pt x="1016" y="0"/>
                </a:lnTo>
                <a:lnTo>
                  <a:pt x="1126" y="0"/>
                </a:lnTo>
                <a:lnTo>
                  <a:pt x="1109" y="69"/>
                </a:lnTo>
                <a:lnTo>
                  <a:pt x="999" y="69"/>
                </a:lnTo>
                <a:close/>
                <a:moveTo>
                  <a:pt x="1165" y="69"/>
                </a:moveTo>
                <a:lnTo>
                  <a:pt x="1182" y="0"/>
                </a:lnTo>
                <a:lnTo>
                  <a:pt x="1292" y="0"/>
                </a:lnTo>
                <a:lnTo>
                  <a:pt x="1275" y="69"/>
                </a:lnTo>
                <a:lnTo>
                  <a:pt x="1165" y="69"/>
                </a:lnTo>
                <a:close/>
                <a:moveTo>
                  <a:pt x="1332" y="69"/>
                </a:moveTo>
                <a:lnTo>
                  <a:pt x="1349" y="0"/>
                </a:lnTo>
                <a:lnTo>
                  <a:pt x="1459" y="0"/>
                </a:lnTo>
                <a:lnTo>
                  <a:pt x="1442" y="69"/>
                </a:lnTo>
                <a:lnTo>
                  <a:pt x="1332" y="69"/>
                </a:lnTo>
                <a:close/>
                <a:moveTo>
                  <a:pt x="1498" y="69"/>
                </a:moveTo>
                <a:lnTo>
                  <a:pt x="1515" y="0"/>
                </a:lnTo>
                <a:lnTo>
                  <a:pt x="1625" y="0"/>
                </a:lnTo>
                <a:lnTo>
                  <a:pt x="1608" y="69"/>
                </a:lnTo>
                <a:lnTo>
                  <a:pt x="1498" y="69"/>
                </a:lnTo>
                <a:close/>
                <a:moveTo>
                  <a:pt x="1664" y="69"/>
                </a:moveTo>
                <a:lnTo>
                  <a:pt x="1681" y="0"/>
                </a:lnTo>
                <a:lnTo>
                  <a:pt x="1791" y="0"/>
                </a:lnTo>
                <a:lnTo>
                  <a:pt x="1774" y="69"/>
                </a:lnTo>
                <a:lnTo>
                  <a:pt x="1664" y="69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127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latin typeface="+mn-ea"/>
              <a:sym typeface="MiSans Normal" panose="00000500000000000000" charset="-122"/>
            </a:endParaRPr>
          </a:p>
        </p:txBody>
      </p:sp>
      <p:grpSp>
        <p:nvGrpSpPr>
          <p:cNvPr id="58" name="组合 57"/>
          <p:cNvGrpSpPr/>
          <p:nvPr>
            <p:custDataLst>
              <p:tags r:id="rId18"/>
            </p:custDataLst>
          </p:nvPr>
        </p:nvGrpSpPr>
        <p:grpSpPr>
          <a:xfrm>
            <a:off x="4663440" y="4620260"/>
            <a:ext cx="1134745" cy="79375"/>
            <a:chOff x="6105" y="7048"/>
            <a:chExt cx="1787" cy="125"/>
          </a:xfrm>
        </p:grpSpPr>
        <p:cxnSp>
          <p:nvCxnSpPr>
            <p:cNvPr id="51" name="稻壳设计师康帅7-13"/>
            <p:cNvCxnSpPr/>
            <p:nvPr>
              <p:custDataLst>
                <p:tags r:id="rId19"/>
              </p:custDataLst>
            </p:nvPr>
          </p:nvCxnSpPr>
          <p:spPr>
            <a:xfrm>
              <a:off x="6105" y="7173"/>
              <a:ext cx="1672" cy="0"/>
            </a:xfrm>
            <a:prstGeom prst="line">
              <a:avLst/>
            </a:prstGeom>
            <a:gradFill flip="none" rotWithShape="1">
              <a:gsLst>
                <a:gs pos="43000">
                  <a:srgbClr val="65B4D5">
                    <a:alpha val="16000"/>
                  </a:srgbClr>
                </a:gs>
                <a:gs pos="0">
                  <a:srgbClr val="65B4D5">
                    <a:alpha val="30000"/>
                  </a:srgbClr>
                </a:gs>
                <a:gs pos="100000">
                  <a:srgbClr val="65B4D5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6350" cap="rnd" cmpd="sng" algn="ctr">
              <a:solidFill>
                <a:schemeClr val="accent1">
                  <a:alpha val="70000"/>
                </a:schemeClr>
              </a:solidFill>
              <a:prstDash val="solid"/>
              <a:round/>
            </a:ln>
            <a:effectLst>
              <a:outerShdw blurRad="177800" algn="ctr" rotWithShape="0">
                <a:srgbClr val="65B4D5">
                  <a:alpha val="89000"/>
                </a:srgbClr>
              </a:outerShdw>
            </a:effectLst>
          </p:spPr>
        </p:cxnSp>
        <p:cxnSp>
          <p:nvCxnSpPr>
            <p:cNvPr id="52" name="稻壳设计师康帅7-14"/>
            <p:cNvCxnSpPr/>
            <p:nvPr>
              <p:custDataLst>
                <p:tags r:id="rId20"/>
              </p:custDataLst>
            </p:nvPr>
          </p:nvCxnSpPr>
          <p:spPr>
            <a:xfrm flipV="1">
              <a:off x="7776" y="7048"/>
              <a:ext cx="116" cy="125"/>
            </a:xfrm>
            <a:prstGeom prst="line">
              <a:avLst/>
            </a:prstGeom>
            <a:gradFill flip="none" rotWithShape="1">
              <a:gsLst>
                <a:gs pos="43000">
                  <a:srgbClr val="65B4D5">
                    <a:alpha val="16000"/>
                  </a:srgbClr>
                </a:gs>
                <a:gs pos="0">
                  <a:srgbClr val="65B4D5">
                    <a:alpha val="30000"/>
                  </a:srgbClr>
                </a:gs>
                <a:gs pos="100000">
                  <a:srgbClr val="65B4D5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6350" cap="rnd" cmpd="sng" algn="ctr">
              <a:solidFill>
                <a:schemeClr val="accent1">
                  <a:alpha val="70000"/>
                </a:schemeClr>
              </a:solidFill>
              <a:prstDash val="solid"/>
              <a:round/>
            </a:ln>
            <a:effectLst>
              <a:outerShdw blurRad="177800" algn="ctr" rotWithShape="0">
                <a:srgbClr val="65B4D5">
                  <a:alpha val="89000"/>
                </a:srgbClr>
              </a:outerShdw>
            </a:effectLst>
          </p:spPr>
        </p:cxnSp>
      </p:grpSp>
      <p:cxnSp>
        <p:nvCxnSpPr>
          <p:cNvPr id="53" name="直接连接符 52"/>
          <p:cNvCxnSpPr/>
          <p:nvPr>
            <p:custDataLst>
              <p:tags r:id="rId21"/>
            </p:custDataLst>
          </p:nvPr>
        </p:nvCxnSpPr>
        <p:spPr>
          <a:xfrm flipV="1">
            <a:off x="902335" y="1850866"/>
            <a:ext cx="4534535" cy="7620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accent1">
                <a:alpha val="60000"/>
              </a:schemeClr>
            </a:solidFill>
            <a:round/>
            <a:tailEnd type="oval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直接连接符 58"/>
          <p:cNvCxnSpPr/>
          <p:nvPr>
            <p:custDataLst>
              <p:tags r:id="rId22"/>
            </p:custDataLst>
          </p:nvPr>
        </p:nvCxnSpPr>
        <p:spPr>
          <a:xfrm flipV="1">
            <a:off x="899795" y="3695541"/>
            <a:ext cx="4534535" cy="7620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accent1">
                <a:alpha val="60000"/>
              </a:schemeClr>
            </a:solidFill>
            <a:round/>
            <a:tailEnd type="oval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82" name="Google Shape;382;p39"/>
          <p:cNvPicPr preferRelativeResize="0"/>
          <p:nvPr/>
        </p:nvPicPr>
        <p:blipFill>
          <a:blip r:embed="rId23"/>
          <a:stretch>
            <a:fillRect/>
          </a:stretch>
        </p:blipFill>
        <p:spPr>
          <a:xfrm>
            <a:off x="6084615" y="3867610"/>
            <a:ext cx="2631161" cy="633525"/>
          </a:xfrm>
          <a:prstGeom prst="snip2DiagRect">
            <a:avLst>
              <a:gd name="adj1" fmla="val 0"/>
              <a:gd name="adj2" fmla="val 19828"/>
            </a:avLst>
          </a:prstGeom>
          <a:solidFill>
            <a:schemeClr val="accent1"/>
          </a:soli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94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</p:pic>
      <p:sp>
        <p:nvSpPr>
          <p:cNvPr id="60" name="文本框 59"/>
          <p:cNvSpPr txBox="1"/>
          <p:nvPr/>
        </p:nvSpPr>
        <p:spPr>
          <a:xfrm>
            <a:off x="2987675" y="988060"/>
            <a:ext cx="2898775" cy="306705"/>
          </a:xfrm>
          <a:prstGeom prst="rect">
            <a:avLst/>
          </a:prstGeom>
          <a:ln w="9525" cap="flat" cmpd="sng" algn="ctr">
            <a:solidFill>
              <a:srgbClr val="00368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r>
              <a:rPr lang="en-GB">
                <a:solidFill>
                  <a:schemeClr val="accent2">
                    <a:lumMod val="75000"/>
                  </a:schemeClr>
                </a:solidFill>
                <a:effectLst/>
                <a:latin typeface="+mn-ea"/>
                <a:ea typeface="+mn-ea"/>
                <a:sym typeface="方正小标宋简体" panose="02000000000000000000" charset="-122"/>
              </a:rPr>
              <a:t>Two Errors Identified (2/54 cases)</a:t>
            </a:r>
            <a:endParaRPr lang="en-GB" altLang="en-US">
              <a:solidFill>
                <a:schemeClr val="accent2">
                  <a:lumMod val="75000"/>
                </a:schemeClr>
              </a:solidFill>
              <a:effectLst/>
              <a:latin typeface="+mn-ea"/>
              <a:ea typeface="+mn-ea"/>
              <a:sym typeface="方正小标宋简体" panose="02000000000000000000" charset="-122"/>
            </a:endParaRPr>
          </a:p>
        </p:txBody>
      </p:sp>
      <p:sp>
        <p:nvSpPr>
          <p:cNvPr id="61" name="标题 16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755560" y="12308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Lato" panose="020F0502020204030203"/>
              <a:buNone/>
              <a:defRPr sz="33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r>
              <a:rPr lang="en-US" altLang="zh-CN"/>
              <a:t>04. Evaluation Error Analysis</a:t>
            </a:r>
            <a:endParaRPr lang="en-US" altLang="zh-CN"/>
          </a:p>
        </p:txBody>
      </p:sp>
    </p:spTree>
    <p:custDataLst>
      <p:tags r:id="rId2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861_1*l_h_i*1_1_2"/>
  <p:tag name="KSO_WM_TEMPLATE_CATEGORY" val="diagram"/>
  <p:tag name="KSO_WM_TEMPLATE_INDEX" val="202318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356.1499938964844,&quot;left&quot;:-61.093694683886,&quot;top&quot;:51.7812628942775,&quot;width&quot;:843.7999877929688}"/>
  <p:tag name="KSO_WM_DIAGRAM_COLOR_MATCH_VALUE" val="{&quot;shape&quot;:{&quot;fill&quot;:{&quot;gradient&quot;:[{&quot;brightness&quot;:0,&quot;colorType&quot;:1,&quot;foreColorIndex&quot;:5,&quot;pos&quot;:1,&quot;transparency&quot;:1},{&quot;brightness&quot;:0,&quot;colorType&quot;:1,&quot;foreColorIndex&quot;:5,&quot;pos&quot;:1,&quot;transparency&quot;:0},{&quot;brightness&quot;:0.800000011920929,&quot;colorType&quot;:1,&quot;foreColorIndex&quot;:5,&quot;pos&quot;:0,&quot;transparency&quot;:0.8999999761581421}],&quot;type&quot;:3},&quot;glow&quot;:{&quot;colorType&quot;:0},&quot;line&quot;:{&quot;gradient&quot;:[{&quot;brightness&quot;:0,&quot;colorType&quot;:1,&quot;foreColorIndex&quot;:5,&quot;pos&quot;:0.20000000298023224,&quot;transparency&quot;:1},{&quot;brightness&quot;:0.4000000059604645,&quot;colorType&quot;:1,&quot;foreColorIndex&quot;:5,&quot;pos&quot;:1,&quot;transparency&quot;:0}],&quot;type&quot;:2},&quot;shadow&quot;:{&quot;brightness&quot;:-0.25,&quot;colorType&quot;:1,&quot;foreColorIndex&quot;:5,&quot;transparency&quot;:0.930000007152557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92929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5"/>
  <p:tag name="KSO_WM_UNIT_SHADOW_SCHEMECOLOR_INDEX" val="5"/>
  <p:tag name="KSO_WM_UNIT_USESOURCEFORMAT_APPLY" val="1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861_1*l_h_a*1_1_1"/>
  <p:tag name="KSO_WM_TEMPLATE_CATEGORY" val="diagram"/>
  <p:tag name="KSO_WM_TEMPLATE_INDEX" val="202318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EXT_TYPE" val="1"/>
  <p:tag name="KSO_WM_DIAGRAM_MAX_ITEMCNT" val="3"/>
  <p:tag name="KSO_WM_DIAGRAM_MIN_ITEMCNT" val="2"/>
  <p:tag name="KSO_WM_DIAGRAM_VIRTUALLY_FRAME" val="{&quot;height&quot;:356.1499938964844,&quot;left&quot;:-61.093694683886,&quot;top&quot;:51.7812628942775,&quot;width&quot;:84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内容"/>
  <p:tag name="KSO_WM_UNIT_TEXT_FILL_FORE_SCHEMECOLOR_INDEX" val="1"/>
  <p:tag name="KSO_WM_UNIT_TEXT_FILL_TYPE" val="1"/>
  <p:tag name="KSO_WM_UNIT_USESOURCEFORMAT_APPLY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861_1*l_h_i*1_1_1"/>
  <p:tag name="KSO_WM_TEMPLATE_CATEGORY" val="diagram"/>
  <p:tag name="KSO_WM_TEMPLATE_INDEX" val="202318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356.1499938964844,&quot;left&quot;:-61.093694683886,&quot;top&quot;:51.7812628942775,&quot;width&quot;:843.79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USESOURCEFORMAT_APPLY" val="1"/>
</p:tagLst>
</file>

<file path=ppt/tags/tag4.xml><?xml version="1.0" encoding="utf-8"?>
<p:tagLst xmlns:p="http://schemas.openxmlformats.org/presentationml/2006/main">
  <p:tag name="KSO_WM_UNIT_SUBTYPE" val="a"/>
  <p:tag name="KSO_WM_UNIT_NOCLEAR" val="0"/>
  <p:tag name="KSO_WM_UNIT_VALUE" val="1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861_1*l_h_f*1_1_1"/>
  <p:tag name="KSO_WM_TEMPLATE_CATEGORY" val="diagram"/>
  <p:tag name="KSO_WM_TEMPLATE_INDEX" val="202318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EXT_TYPE" val="1"/>
  <p:tag name="KSO_WM_DIAGRAM_MAX_ITEMCNT" val="3"/>
  <p:tag name="KSO_WM_DIAGRAM_MIN_ITEMCNT" val="2"/>
  <p:tag name="KSO_WM_DIAGRAM_VIRTUALLY_FRAME" val="{&quot;height&quot;:356.1499938964844,&quot;left&quot;:-61.093694683886,&quot;top&quot;:51.7812628942775,&quot;width&quot;:84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&#10;"/>
  <p:tag name="KSO_WM_UNIT_TEXT_FILL_FORE_SCHEMECOLOR_INDEX" val="1"/>
  <p:tag name="KSO_WM_UNIT_TEXT_FILL_TYPE" val="1"/>
  <p:tag name="KSO_WM_UNIT_USESOURCEFORMAT_APPLY" val="1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861_1*l_h_a*1_2_1"/>
  <p:tag name="KSO_WM_TEMPLATE_CATEGORY" val="diagram"/>
  <p:tag name="KSO_WM_TEMPLATE_INDEX" val="202318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4"/>
  <p:tag name="KSO_WM_UNIT_TEXT_TYPE" val="1"/>
  <p:tag name="KSO_WM_DIAGRAM_MAX_ITEMCNT" val="3"/>
  <p:tag name="KSO_WM_DIAGRAM_MIN_ITEMCNT" val="2"/>
  <p:tag name="KSO_WM_DIAGRAM_VIRTUALLY_FRAME" val="{&quot;height&quot;:356.1499938964844,&quot;left&quot;:-61.093694683886,&quot;top&quot;:51.7812628942775,&quot;width&quot;:84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添加标题内容"/>
  <p:tag name="KSO_WM_UNIT_TEXT_FILL_FORE_SCHEMECOLOR_INDEX" val="1"/>
  <p:tag name="KSO_WM_UNIT_TEXT_FILL_TYPE" val="1"/>
  <p:tag name="KSO_WM_UNIT_USESOURCEFORMAT_APPLY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861_1*l_h_i*1_2_1"/>
  <p:tag name="KSO_WM_TEMPLATE_CATEGORY" val="diagram"/>
  <p:tag name="KSO_WM_TEMPLATE_INDEX" val="202318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356.1499938964844,&quot;left&quot;:-61.093694683886,&quot;top&quot;:51.7812628942775,&quot;width&quot;:843.79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USESOURCEFORMAT_APPLY" val="1"/>
</p:tagLst>
</file>

<file path=ppt/tags/tag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861_1*l_h_f*1_2_1"/>
  <p:tag name="KSO_WM_TEMPLATE_CATEGORY" val="diagram"/>
  <p:tag name="KSO_WM_TEMPLATE_INDEX" val="202318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33"/>
  <p:tag name="KSO_WM_UNIT_TEXT_TYPE" val="1"/>
  <p:tag name="KSO_WM_DIAGRAM_MAX_ITEMCNT" val="3"/>
  <p:tag name="KSO_WM_DIAGRAM_MIN_ITEMCNT" val="2"/>
  <p:tag name="KSO_WM_DIAGRAM_VIRTUALLY_FRAME" val="{&quot;height&quot;:356.1499938964844,&quot;left&quot;:-61.093694683886,&quot;top&quot;:51.7812628942775,&quot;width&quot;:84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&#10;"/>
  <p:tag name="KSO_WM_UNIT_TEXT_FILL_FORE_SCHEMECOLOR_INDEX" val="1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861_1*l_h_i*1_1_2"/>
  <p:tag name="KSO_WM_TEMPLATE_CATEGORY" val="diagram"/>
  <p:tag name="KSO_WM_TEMPLATE_INDEX" val="202318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356.1499938964844,&quot;left&quot;:-61.093694683886,&quot;top&quot;:51.7812628942775,&quot;width&quot;:843.7999877929688}"/>
  <p:tag name="KSO_WM_DIAGRAM_COLOR_MATCH_VALUE" val="{&quot;shape&quot;:{&quot;fill&quot;:{&quot;gradient&quot;:[{&quot;brightness&quot;:0,&quot;colorType&quot;:1,&quot;foreColorIndex&quot;:5,&quot;pos&quot;:1,&quot;transparency&quot;:1},{&quot;brightness&quot;:0,&quot;colorType&quot;:1,&quot;foreColorIndex&quot;:5,&quot;pos&quot;:1,&quot;transparency&quot;:0},{&quot;brightness&quot;:0.800000011920929,&quot;colorType&quot;:1,&quot;foreColorIndex&quot;:5,&quot;pos&quot;:0,&quot;transparency&quot;:0.8999999761581421}],&quot;type&quot;:3},&quot;glow&quot;:{&quot;colorType&quot;:0},&quot;line&quot;:{&quot;gradient&quot;:[{&quot;brightness&quot;:0,&quot;colorType&quot;:1,&quot;foreColorIndex&quot;:5,&quot;pos&quot;:0.20000000298023224,&quot;transparency&quot;:1},{&quot;brightness&quot;:0.4000000059604645,&quot;colorType&quot;:1,&quot;foreColorIndex&quot;:5,&quot;pos&quot;:1,&quot;transparency&quot;:0}],&quot;type&quot;:2},&quot;shadow&quot;:{&quot;brightness&quot;:-0.25,&quot;colorType&quot;:1,&quot;foreColorIndex&quot;:5,&quot;transparency&quot;:0.930000007152557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92929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UNIT_SHADOW_SCHEMECOLOR_INDEX" val="5"/>
  <p:tag name="KSO_WM_UNIT_USESOURCEFORMAT_APPLY" val="1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90_4*a*1"/>
  <p:tag name="KSO_WM_TEMPLATE_CATEGORY" val="diagram"/>
  <p:tag name="KSO_WM_TEMPLATE_INDEX" val="20231790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"/>
  <p:tag name="KSO_WM_UNIT_TEXT_FILL_TYPE" val="1"/>
  <p:tag name="KSO_WM_UNIT_USESOURCEFORMAT_APPLY" val="1"/>
</p:tagLst>
</file>

<file path=ppt/tags/tag10.xml><?xml version="1.0" encoding="utf-8"?>
<p:tagLst xmlns:p="http://schemas.openxmlformats.org/presentationml/2006/main">
  <p:tag name="KSO_WM_SLIDE_ID" val="diagram20231861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861"/>
  <p:tag name="KSO_WM_SLIDE_LAYOUT" val="a_l"/>
  <p:tag name="KSO_WM_SLIDE_LAYOUT_CNT" val="1_1"/>
  <p:tag name="KSO_WM_SLIDE_TYPE" val="text"/>
  <p:tag name="KSO_WM_SLIDE_SUBTYPE" val="diag"/>
  <p:tag name="KSO_WM_SLIDE_SIZE" val="842.75*356.15"/>
  <p:tag name="KSO_WM_SLIDE_POSITION" val="59.7*128.4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861_1*l_h_i*1_1_2"/>
  <p:tag name="KSO_WM_TEMPLATE_CATEGORY" val="diagram"/>
  <p:tag name="KSO_WM_TEMPLATE_INDEX" val="202318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388.3263793945313,&quot;left&quot;:-61.093694683886,&quot;top&quot;:26.75,&quot;width&quot;:843.7999877929688}"/>
  <p:tag name="KSO_WM_DIAGRAM_COLOR_MATCH_VALUE" val="{&quot;shape&quot;:{&quot;fill&quot;:{&quot;gradient&quot;:[{&quot;brightness&quot;:0,&quot;colorType&quot;:1,&quot;foreColorIndex&quot;:5,&quot;pos&quot;:1,&quot;transparency&quot;:1},{&quot;brightness&quot;:0,&quot;colorType&quot;:1,&quot;foreColorIndex&quot;:5,&quot;pos&quot;:1,&quot;transparency&quot;:0},{&quot;brightness&quot;:0.800000011920929,&quot;colorType&quot;:1,&quot;foreColorIndex&quot;:5,&quot;pos&quot;:0,&quot;transparency&quot;:0.8999999761581421}],&quot;type&quot;:3},&quot;glow&quot;:{&quot;colorType&quot;:0},&quot;line&quot;:{&quot;gradient&quot;:[{&quot;brightness&quot;:0,&quot;colorType&quot;:1,&quot;foreColorIndex&quot;:5,&quot;pos&quot;:0.20000000298023224,&quot;transparency&quot;:1},{&quot;brightness&quot;:0.4000000059604645,&quot;colorType&quot;:1,&quot;foreColorIndex&quot;:5,&quot;pos&quot;:1,&quot;transparency&quot;:0}],&quot;type&quot;:2},&quot;shadow&quot;:{&quot;brightness&quot;:-0.25,&quot;colorType&quot;:1,&quot;foreColorIndex&quot;:5,&quot;transparency&quot;:0.930000007152557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92929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5"/>
  <p:tag name="KSO_WM_UNIT_SHADOW_SCHEMECOLOR_INDEX" val="5"/>
  <p:tag name="KSO_WM_UNIT_USESOURCEFORMAT_APPLY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861_1*l_h_i*1_1_2"/>
  <p:tag name="KSO_WM_TEMPLATE_CATEGORY" val="diagram"/>
  <p:tag name="KSO_WM_TEMPLATE_INDEX" val="202318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388.3263793945313,&quot;left&quot;:-61.093694683886,&quot;top&quot;:26.75,&quot;width&quot;:843.7999877929688}"/>
  <p:tag name="KSO_WM_DIAGRAM_COLOR_MATCH_VALUE" val="{&quot;shape&quot;:{&quot;fill&quot;:{&quot;gradient&quot;:[{&quot;brightness&quot;:0,&quot;colorType&quot;:1,&quot;foreColorIndex&quot;:5,&quot;pos&quot;:1,&quot;transparency&quot;:1},{&quot;brightness&quot;:0,&quot;colorType&quot;:1,&quot;foreColorIndex&quot;:5,&quot;pos&quot;:1,&quot;transparency&quot;:0},{&quot;brightness&quot;:0.800000011920929,&quot;colorType&quot;:1,&quot;foreColorIndex&quot;:5,&quot;pos&quot;:0,&quot;transparency&quot;:0.8999999761581421}],&quot;type&quot;:3},&quot;glow&quot;:{&quot;colorType&quot;:0},&quot;line&quot;:{&quot;gradient&quot;:[{&quot;brightness&quot;:0,&quot;colorType&quot;:1,&quot;foreColorIndex&quot;:5,&quot;pos&quot;:0.20000000298023224,&quot;transparency&quot;:1},{&quot;brightness&quot;:0.4000000059604645,&quot;colorType&quot;:1,&quot;foreColorIndex&quot;:5,&quot;pos&quot;:1,&quot;transparency&quot;:0}],&quot;type&quot;:2},&quot;shadow&quot;:{&quot;brightness&quot;:-0.25,&quot;colorType&quot;:1,&quot;foreColorIndex&quot;:5,&quot;transparency&quot;:0.930000007152557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92929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UNIT_SHADOW_SCHEMECOLOR_INDEX" val="5"/>
  <p:tag name="KSO_WM_UNIT_USESOURCEFORMAT_APPLY" val="1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90_4*a*1"/>
  <p:tag name="KSO_WM_TEMPLATE_CATEGORY" val="diagram"/>
  <p:tag name="KSO_WM_TEMPLATE_INDEX" val="20231790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SLIDE_ID" val="diagram20231861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861"/>
  <p:tag name="KSO_WM_SLIDE_LAYOUT" val="a_l"/>
  <p:tag name="KSO_WM_SLIDE_LAYOUT_CNT" val="1_1"/>
  <p:tag name="KSO_WM_SLIDE_TYPE" val="text"/>
  <p:tag name="KSO_WM_SLIDE_SUBTYPE" val="diag"/>
  <p:tag name="KSO_WM_SLIDE_SIZE" val="842.75*356.15"/>
  <p:tag name="KSO_WM_SLIDE_POSITION" val="59.7*128.4"/>
</p:tagLst>
</file>

<file path=ppt/tags/tag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90_4*a*1"/>
  <p:tag name="KSO_WM_TEMPLATE_CATEGORY" val="diagram"/>
  <p:tag name="KSO_WM_TEMPLATE_INDEX" val="20231790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DIAGRAM_VIRTUALLY_FRAME" val="{&quot;height&quot;:368.29999389648435,&quot;left&quot;:-65.22503662109375,&quot;top&quot;:58.13748336671843,&quot;width&quot;:850.4500732421875}"/>
</p:tagLst>
</file>

<file path=ppt/tags/tag17.xml><?xml version="1.0" encoding="utf-8"?>
<p:tagLst xmlns:p="http://schemas.openxmlformats.org/presentationml/2006/main">
  <p:tag name="KSO_WM_DIAGRAM_VIRTUALLY_FRAME" val="{&quot;height&quot;:388.3999938964844,&quot;left&quot;:-65.22503662109375,&quot;top&quot;:38.037483366718426,&quot;width&quot;:850.4500732421875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90_4*l_h_i*1_1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388.3999938964844,&quot;left&quot;:-65.22503662109375,&quot;top&quot;:38.037483366718426,&quot;width&quot;:850.450073242187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diagram"/>
  <p:tag name="KSO_WM_TEMPLATE_INDEX" val="20231790"/>
  <p:tag name="KSO_WM_UNIT_LAYERLEVEL" val="1_1_1"/>
  <p:tag name="KSO_WM_TAG_VERSION" val="3.0"/>
  <p:tag name="KSO_WM_UNIT_VALUE" val="10"/>
  <p:tag name="KSO_WM_UNIT_TYPE" val="l_h_a"/>
  <p:tag name="KSO_WM_UNIT_ID" val="diagram20231790_4*l_h_a*1_1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-65.22503662109375,&quot;top&quot;:38.037483366718426,&quot;width&quot;:850.450073242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90_4*l_h_i*1_1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388.3999938964844,&quot;left&quot;:-65.22503662109375,&quot;top&quot;:38.037483366718426,&quot;width&quot;:850.450073242187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diagram"/>
  <p:tag name="KSO_WM_TEMPLATE_INDEX" val="20231790"/>
  <p:tag name="KSO_WM_UNIT_LAYERLEVEL" val="1_1_1"/>
  <p:tag name="KSO_WM_TAG_VERSION" val="3.0"/>
  <p:tag name="KSO_WM_UNIT_VALUE" val="10"/>
  <p:tag name="KSO_WM_UNIT_TYPE" val="l_h_a"/>
  <p:tag name="KSO_WM_UNIT_ID" val="diagram20231790_4*l_h_a*1_1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-65.22503662109375,&quot;top&quot;:38.037483366718426,&quot;width&quot;:850.450073242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90_4*l_h_i*1_1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368.29999389648435,&quot;left&quot;:-65.22503662109375,&quot;top&quot;:58.13748336671843,&quot;width&quot;:850.450073242187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diagram"/>
  <p:tag name="KSO_WM_TEMPLATE_INDEX" val="20231790"/>
  <p:tag name="KSO_WM_UNIT_LAYERLEVEL" val="1_1_1"/>
  <p:tag name="KSO_WM_TAG_VERSION" val="3.0"/>
  <p:tag name="KSO_WM_UNIT_VALUE" val="10"/>
  <p:tag name="KSO_WM_UNIT_TYPE" val="l_h_a"/>
  <p:tag name="KSO_WM_UNIT_ID" val="diagram20231790_4*l_h_a*1_1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8.29999389648435,&quot;left&quot;:-65.22503662109375,&quot;top&quot;:58.13748336671843,&quot;width&quot;:850.450073242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90_4*l_h_f*1_1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8.29999389648435,&quot;left&quot;:-65.22503662109375,&quot;top&quot;:58.13748336671843,&quot;width&quot;:850.450073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文字是您思想的提炼，请尽量言简意赅的阐述观点，根据需要可酌情增减文字"/>
  <p:tag name="KSO_WM_UNIT_TEXT_FILL_FORE_SCHEMECOLOR_INDEX" val="1"/>
  <p:tag name="KSO_WM_UNIT_TEXT_FILL_TYPE" val="1"/>
  <p:tag name="KSO_WM_UNIT_USESOURCEFORMAT_APPLY" val="1"/>
</p:tagLst>
</file>

<file path=ppt/tags/tag2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90_4*l_h_f*1_1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-65.22503662109375,&quot;top&quot;:38.037483366718426,&quot;width&quot;:850.450073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正文，文字是您思想的提炼，请尽量言简意赅的阐述观点，根据需要可酌情增减文字"/>
  <p:tag name="KSO_WM_UNIT_TEXT_FILL_FORE_SCHEMECOLOR_INDEX" val="1"/>
  <p:tag name="KSO_WM_UNIT_TEXT_FILL_TYPE" val="1"/>
  <p:tag name="KSO_WM_UNIT_USESOURCEFORMAT_APPLY" val="1"/>
</p:tagLst>
</file>

<file path=ppt/tags/tag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90_4*l_h_f*1_1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-65.22503662109375,&quot;top&quot;:38.037483366718426,&quot;width&quot;:850.450073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正文，文字是您思想的提炼，请尽量言简意赅的阐述观点，根据需要可酌情增减文字"/>
  <p:tag name="KSO_WM_UNIT_TEXT_FILL_FORE_SCHEMECOLOR_INDEX" val="1"/>
  <p:tag name="KSO_WM_UNIT_TEXT_FILL_TYPE" val="1"/>
  <p:tag name="KSO_WM_UNIT_USESOURCEFORMAT_APPLY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90_4*l_h_i*1_5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1"/>
  <p:tag name="KSO_WM_DIAGRAM_MAX_ITEMCNT" val="6"/>
  <p:tag name="KSO_WM_DIAGRAM_MIN_ITEMCNT" val="2"/>
  <p:tag name="KSO_WM_DIAGRAM_VIRTUALLY_FRAME" val="{&quot;height&quot;:368.29999389648435,&quot;left&quot;:-65.22503662109375,&quot;top&quot;:58.13748336671843,&quot;width&quot;:850.450073242187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5_1"/>
  <p:tag name="KSO_WM_TEMPLATE_CATEGORY" val="diagram"/>
  <p:tag name="KSO_WM_TEMPLATE_INDEX" val="20231790"/>
  <p:tag name="KSO_WM_UNIT_LAYERLEVEL" val="1_1_1"/>
  <p:tag name="KSO_WM_TAG_VERSION" val="3.0"/>
  <p:tag name="KSO_WM_UNIT_VALUE" val="10"/>
  <p:tag name="KSO_WM_UNIT_TYPE" val="l_h_a"/>
  <p:tag name="KSO_WM_UNIT_ID" val="diagram20231790_4*l_h_a*1_5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8.29999389648435,&quot;left&quot;:-65.22503662109375,&quot;top&quot;:58.13748336671843,&quot;width&quot;:850.450073242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1790_4*l_h_f*1_5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8.29999389648435,&quot;left&quot;:-65.22503662109375,&quot;top&quot;:58.13748336671843,&quot;width&quot;:850.450073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DIAGRAM_VIRTUALLY_FRAME" val="{&quot;height&quot;:388.3999938964844,&quot;left&quot;:-65.22503662109375,&quot;top&quot;:38.037483366718426,&quot;width&quot;:850.4500732421875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90_4*l_h_i*1_1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388.3999938964844,&quot;left&quot;:-65.22503662109375,&quot;top&quot;:38.037483366718426,&quot;width&quot;:850.450073242187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diagram"/>
  <p:tag name="KSO_WM_TEMPLATE_INDEX" val="20231790"/>
  <p:tag name="KSO_WM_UNIT_LAYERLEVEL" val="1_1_1"/>
  <p:tag name="KSO_WM_TAG_VERSION" val="3.0"/>
  <p:tag name="KSO_WM_UNIT_VALUE" val="10"/>
  <p:tag name="KSO_WM_UNIT_TYPE" val="l_h_a"/>
  <p:tag name="KSO_WM_UNIT_ID" val="diagram20231790_4*l_h_a*1_1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-65.22503662109375,&quot;top&quot;:38.037483366718426,&quot;width&quot;:850.450073242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90_4*l_h_f*1_1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8.3999938964844,&quot;left&quot;:-65.22503662109375,&quot;top&quot;:38.037483366718426,&quot;width&quot;:850.450073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正文，文字是您思想的提炼，请尽量言简意赅的阐述观点，根据需要可酌情增减文字"/>
  <p:tag name="KSO_WM_UNIT_TEXT_FILL_FORE_SCHEMECOLOR_INDEX" val="1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90_4*l_h_i*1_5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5_1"/>
  <p:tag name="KSO_WM_DIAGRAM_MAX_ITEMCNT" val="6"/>
  <p:tag name="KSO_WM_DIAGRAM_MIN_ITEMCNT" val="2"/>
  <p:tag name="KSO_WM_DIAGRAM_VIRTUALLY_FRAME" val="{&quot;height&quot;:368.29999389648435,&quot;left&quot;:-65.22503662109375,&quot;top&quot;:58.13748336671843,&quot;width&quot;:850.450073242187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1790_4*l_h_f*1_5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8.29999389648435,&quot;left&quot;:-65.22503662109375,&quot;top&quot;:58.13748336671843,&quot;width&quot;:850.450073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1790_4*l_h_f*1_5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8.29999389648435,&quot;left&quot;:-65.22503662109375,&quot;top&quot;:58.13748336671843,&quot;width&quot;:850.450073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1790_4*l_h_f*1_5_1"/>
  <p:tag name="KSO_WM_TEMPLATE_CATEGORY" val="diagram"/>
  <p:tag name="KSO_WM_TEMPLATE_INDEX" val="2023179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8.29999389648435,&quot;left&quot;:-65.22503662109375,&quot;top&quot;:58.13748336671843,&quot;width&quot;:850.450073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5_1"/>
  <p:tag name="KSO_WM_TEMPLATE_CATEGORY" val="diagram"/>
  <p:tag name="KSO_WM_TEMPLATE_INDEX" val="20231790"/>
  <p:tag name="KSO_WM_UNIT_LAYERLEVEL" val="1_1_1"/>
  <p:tag name="KSO_WM_TAG_VERSION" val="3.0"/>
  <p:tag name="KSO_WM_UNIT_VALUE" val="10"/>
  <p:tag name="KSO_WM_UNIT_TYPE" val="l_h_a"/>
  <p:tag name="KSO_WM_UNIT_ID" val="diagram20231790_4*l_h_a*1_5_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8.29999389648435,&quot;left&quot;:-65.22503662109375,&quot;top&quot;:58.13748336671843,&quot;width&quot;:850.450073242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SLIDE_ID" val="diagram20231790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790"/>
  <p:tag name="KSO_WM_SLIDE_TYPE" val="text"/>
  <p:tag name="KSO_WM_SLIDE_SUBTYPE" val="diag"/>
  <p:tag name="KSO_WM_SLIDE_SIZE" val="833.65*388.4"/>
  <p:tag name="KSO_WM_SLIDE_POSITION" val="71.55*115.4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10&quot;:[50022883,21579339,21582091],&quot;65&quot;:[20231790]}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"/>
  <p:tag name="KSO_WM_UNIT_ID" val="diagram20231444_5*l_i*1_1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gradient&quot;:[{&quot;brightness&quot;:0,&quot;colorType&quot;:1,&quot;foreColorIndex&quot;:5,&quot;pos&quot;:1,&quot;transparency&quot;:0.8999999761581421},{&quot;brightness&quot;:0,&quot;colorType&quot;:1,&quot;foreColorIndex&quot;:5,&quot;pos&quot;:0.25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"/>
  <p:tag name="KSO_WM_UNIT_ID" val="diagram20231444_5*l_i*1_2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gradient&quot;:[{&quot;brightness&quot;:0,&quot;colorType&quot;:1,&quot;foreColorIndex&quot;:5,&quot;pos&quot;:1,&quot;transparency&quot;:0.8999999761581421},{&quot;brightness&quot;:0,&quot;colorType&quot;:1,&quot;foreColorIndex&quot;:5,&quot;pos&quot;:0.25,&quot;transparency&quot;:1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UNIT_LINE_FILL_TYPE" val="2"/>
  <p:tag name="KSO_WM_UNIT_USESOURCEFORMAT_APPLY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3"/>
  <p:tag name="KSO_WM_UNIT_ID" val="diagram20231444_5*l_i*1_3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gradient&quot;:[{&quot;brightness&quot;:0,&quot;colorType&quot;:1,&quot;foreColorIndex&quot;:5,&quot;pos&quot;:1,&quot;transparency&quot;:0.800000011920929},{&quot;brightness&quot;:0,&quot;colorType&quot;:1,&quot;foreColorIndex&quot;:5,&quot;pos&quot;:0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4"/>
  <p:tag name="KSO_WM_UNIT_ID" val="diagram20231444_5*l_i*1_4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gradient&quot;:[{&quot;brightness&quot;:0,&quot;colorType&quot;:1,&quot;foreColorIndex&quot;:5,&quot;pos&quot;:1,&quot;transparency&quot;:0.800000011920929},{&quot;brightness&quot;:0,&quot;colorType&quot;:1,&quot;foreColorIndex&quot;:5,&quot;pos&quot;:0,&quot;transparency&quot;:1}],&quot;type&quot;:3},&quot;glow&quot;:{&quot;colorType&quot;:0},&quot;line&quot;:{&quot;solidLine&quot;:{&quot;brightness&quot;:0,&quot;colorType&quot;:1,&quot;foreColorIndex&quot;:5,&quot;transparency&quot;:0.85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UNIT_LINE_FILL_TYPE" val="2"/>
  <p:tag name="KSO_WM_UNIT_USESOURCEFORMAT_APPLY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5"/>
  <p:tag name="KSO_WM_UNIT_ID" val="diagram20231444_5*l_i*1_5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solid&quot;:{&quot;brightness&quot;:0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6"/>
  <p:tag name="KSO_WM_UNIT_ID" val="diagram20231444_5*l_i*1_6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0"/>
  <p:tag name="KSO_WM_UNIT_ID" val="diagram20231444_5*l_i*1_10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1"/>
  <p:tag name="KSO_WM_UNIT_ID" val="diagram20231444_5*l_i*1_11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2"/>
  <p:tag name="KSO_WM_UNIT_ID" val="diagram20231444_5*l_i*1_12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3"/>
  <p:tag name="KSO_WM_UNIT_ID" val="diagram20231444_5*l_i*1_13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9"/>
  <p:tag name="KSO_WM_UNIT_ID" val="diagram20231444_5*l_i*1_19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0"/>
  <p:tag name="KSO_WM_UNIT_ID" val="diagram20231444_5*l_i*1_20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5"/>
  <p:tag name="KSO_WM_UNIT_ID" val="diagram20231444_5*l_i*1_25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gradient&quot;:[{&quot;brightness&quot;:-0.25,&quot;colorType&quot;:1,&quot;foreColorIndex&quot;:5,&quot;pos&quot;:0.9200000166893005,&quot;transparency&quot;:0},{&quot;brightness&quot;:0.800000011920929,&quot;colorType&quot;:1,&quot;foreColorIndex&quot;:5,&quot;pos&quot;:0,&quot;transparency&quot;:0},{&quot;brightness&quot;:0.4000000059604645,&quot;colorType&quot;:1,&quot;foreColorIndex&quot;:5,&quot;pos&quot;:0.4000000059604645,&quot;transparency&quot;:0},{&quot;brightness&quot;:0,&quot;colorType&quot;:1,&quot;foreColorIndex&quot;:5,&quot;pos&quot;:0.6399999856948853,&quot;transparency&quot;:0}],&quot;type&quot;:3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5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444_5*l_h_f*1_1_1"/>
  <p:tag name="KSO_WM_TEMPLATE_CATEGORY" val="diagram"/>
  <p:tag name="KSO_WM_TEMPLATE_INDEX" val="2023144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单击此处添加文本单击此处添加文本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5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6_1"/>
  <p:tag name="KSO_WM_UNIT_ID" val="diagram20231444_5*l_h_f*1_6_1"/>
  <p:tag name="KSO_WM_TEMPLATE_CATEGORY" val="diagram"/>
  <p:tag name="KSO_WM_TEMPLATE_INDEX" val="2023144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单击此处添加文本单击此处添加文本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5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1444_5*l_h_f*1_5_1"/>
  <p:tag name="KSO_WM_TEMPLATE_CATEGORY" val="diagram"/>
  <p:tag name="KSO_WM_TEMPLATE_INDEX" val="2023144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单击此处添加文本单击此处添加文本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5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444_5*l_h_f*1_2_1"/>
  <p:tag name="KSO_WM_TEMPLATE_CATEGORY" val="diagram"/>
  <p:tag name="KSO_WM_TEMPLATE_INDEX" val="2023144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单击此处添加文本单击此处添加文本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5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444_5*l_h_f*1_4_1"/>
  <p:tag name="KSO_WM_TEMPLATE_CATEGORY" val="diagram"/>
  <p:tag name="KSO_WM_TEMPLATE_INDEX" val="2023144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单击此处添加文本单击此处添加文本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444_5*l_h_f*1_3_1"/>
  <p:tag name="KSO_WM_TEMPLATE_CATEGORY" val="diagram"/>
  <p:tag name="KSO_WM_TEMPLATE_INDEX" val="2023144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单击此处添加文本单击此处添加文本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1444_5*l_h_f*1_5_1"/>
  <p:tag name="KSO_WM_TEMPLATE_CATEGORY" val="diagram"/>
  <p:tag name="KSO_WM_TEMPLATE_INDEX" val="20231444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单击此处添加文本单击此处添加文本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1"/>
  <p:tag name="KSO_WM_UNIT_ID" val="diagram20231444_5*l_i*1_21"/>
  <p:tag name="KSO_WM_TEMPLATE_CATEGORY" val="diagram"/>
  <p:tag name="KSO_WM_TEMPLATE_INDEX" val="20231444"/>
  <p:tag name="KSO_WM_UNIT_LAYERLEVEL" val="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0"/>
  <p:tag name="KSO_WM_UNIT_ID" val="diagram20231444_5*l_i*1_20"/>
  <p:tag name="KSO_WM_TEMPLATE_CATEGORY" val="diagram"/>
  <p:tag name="KSO_WM_TEMPLATE_INDEX" val="20231444"/>
  <p:tag name="KSO_WM_UNIT_LAYERLEVEL" val="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0"/>
  <p:tag name="KSO_WM_UNIT_ID" val="diagram20231444_5*l_i*1_10"/>
  <p:tag name="KSO_WM_TEMPLATE_CATEGORY" val="diagram"/>
  <p:tag name="KSO_WM_TEMPLATE_INDEX" val="20231444"/>
  <p:tag name="KSO_WM_UNIT_LAYERLEVEL" val="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0"/>
  <p:tag name="KSO_WM_UNIT_ID" val="diagram20231444_5*l_i*1_20"/>
  <p:tag name="KSO_WM_TEMPLATE_CATEGORY" val="diagram"/>
  <p:tag name="KSO_WM_TEMPLATE_INDEX" val="20231444"/>
  <p:tag name="KSO_WM_UNIT_LAYERLEVEL" val="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0"/>
  <p:tag name="KSO_WM_UNIT_ID" val="diagram20231444_5*l_i*1_20"/>
  <p:tag name="KSO_WM_TEMPLATE_CATEGORY" val="diagram"/>
  <p:tag name="KSO_WM_TEMPLATE_INDEX" val="20231444"/>
  <p:tag name="KSO_WM_UNIT_LAYERLEVEL" val="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0"/>
  <p:tag name="KSO_WM_UNIT_ID" val="diagram20231444_5*l_i*1_20"/>
  <p:tag name="KSO_WM_TEMPLATE_CATEGORY" val="diagram"/>
  <p:tag name="KSO_WM_TEMPLATE_INDEX" val="20231444"/>
  <p:tag name="KSO_WM_UNIT_LAYERLEVEL" val="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1"/>
  <p:tag name="KSO_WM_UNIT_ID" val="diagram20231444_5*l_i*1_11"/>
  <p:tag name="KSO_WM_TEMPLATE_CATEGORY" val="diagram"/>
  <p:tag name="KSO_WM_TEMPLATE_INDEX" val="20231444"/>
  <p:tag name="KSO_WM_UNIT_LAYERLEVEL" val="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37.2628479003906,&quot;left&quot;:-62.3906352558286,&quot;top&quot;:70.71719809704874,&quot;width&quot;:861.5252075195312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1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90_4*a*1"/>
  <p:tag name="KSO_WM_TEMPLATE_CATEGORY" val="diagram"/>
  <p:tag name="KSO_WM_TEMPLATE_INDEX" val="20231790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"/>
  <p:tag name="KSO_WM_UNIT_TEXT_FILL_TYPE" val="1"/>
  <p:tag name="KSO_WM_UNIT_USESOURCEFORMAT_APPLY" val="1"/>
</p:tagLst>
</file>

<file path=ppt/tags/tag68.xml><?xml version="1.0" encoding="utf-8"?>
<p:tagLst xmlns:p="http://schemas.openxmlformats.org/presentationml/2006/main">
  <p:tag name="KSO_WM_SLIDE_ID" val="diagram2023144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1444"/>
  <p:tag name="KSO_WM_SLIDE_TYPE" val="text"/>
  <p:tag name="KSO_WM_SLIDE_SUBTYPE" val="diag"/>
  <p:tag name="KSO_WM_SLIDE_SIZE" val="861.525*337.263"/>
  <p:tag name="KSO_WM_SLIDE_POSITION" val="60.4*150.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10&quot;:[21581484,21581475,19963824,19968868,21581472,21540315,50046391,50048613,50049161],&quot;65&quot;:[20231444]}"/>
</p:tagLst>
</file>

<file path=ppt/tags/tag69.xml><?xml version="1.0" encoding="utf-8"?>
<p:tagLst xmlns:p="http://schemas.openxmlformats.org/presentationml/2006/main">
  <p:tag name="KSO_WM_UNIT_VALUE" val="528*1137"/>
  <p:tag name="KSO_WM_UNIT_HIGHLIGHT" val="0"/>
  <p:tag name="KSO_WM_UNIT_COMPATIBLE" val="0"/>
  <p:tag name="KSO_WM_UNIT_DIAGRAM_ISNUMVISUAL" val="0"/>
  <p:tag name="KSO_WM_UNIT_DIAGRAM_ISREFERUNIT" val="0"/>
  <p:tag name="KSO_WM_UNIT_TYPE" val="l_h_d"/>
  <p:tag name="KSO_WM_UNIT_INDEX" val="1_1_1"/>
  <p:tag name="KSO_WM_UNIT_ID" val="diagram20234862_1*l_h_d*1_1_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1,&quot;foreColorIndex&quot;:5,&quot;pos&quot;:0.23999999463558197,&quot;transparency&quot;:1},{&quot;brightness&quot;:0,&quot;colorType&quot;:1,&quot;foreColorIndex&quot;:5,&quot;pos&quot;:0.9399999976158142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LINE_FORE_SCHEMECOLOR_INDEX" val="5"/>
  <p:tag name="KSO_WM_UNIT_USESOURCEFORMAT_APPLY" val="1"/>
</p:tagLst>
</file>

<file path=ppt/tags/tag7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LINE_FORE_SCHEMECOLOR_INDEX" val="5"/>
  <p:tag name="KSO_WM_UNIT_USESOURCEFORMAT_APPLY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1"/>
  <p:tag name="KSO_WM_UNIT_ID" val="diagram20234862_1*l_h_i*1_1_1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1,&quot;foreColorIndex&quot;:5,&quot;pos&quot;:0.7300000190734863,&quot;transparency&quot;:1},{&quot;brightness&quot;:0,&quot;colorType&quot;:1,&quot;foreColorIndex&quot;:5,&quot;pos&quot;:1,&quot;transparency&quot;:0.649999976158142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5"/>
  <p:tag name="KSO_WM_UNIT_TEXT_FILL_TYPE" val="1"/>
  <p:tag name="KSO_WM_UNIT_USESOURCEFORMAT_APPLY" val="1"/>
</p:tagLst>
</file>

<file path=ppt/tags/tag7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4862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ID" val="diagram20234862_1*l_h_a*1_1_1"/>
  <p:tag name="KSO_WM_UNIT_INDEX" val="1_1_1"/>
  <p:tag name="KSO_WM_BEAUTIFY_FLAG" val="#wm#"/>
  <p:tag name="KSO_WM_DIAGRAM_GROUP_CODE" val="l1-1"/>
  <p:tag name="KSO_WM_UNIT_PRESET_TEXT" val="此处添加项标题"/>
  <p:tag name="KSO_WM_UNIT_TEXT_FILL_FORE_SCHEMECOLOR_INDEX" val="3"/>
  <p:tag name="KSO_WM_UNIT_TEXT_FILL_TYPE" val="3"/>
  <p:tag name="KSO_WM_UNIT_TEXT_TYPE" val="1"/>
  <p:tag name="KSO_WM_UNIT_USESOURCEFORMAT_APPLY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5"/>
  <p:tag name="KSO_WM_UNIT_ID" val="diagram20234862_1*l_h_i*1_1_5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862_1*l_h_i*1_1_4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6"/>
  <p:tag name="KSO_WM_UNIT_ID" val="diagram20234862_1*l_h_i*1_1_6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3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DIAGRAM_VIRTUALLY_FRAME" val="{&quot;height&quot;:379.5156753948542,&quot;left&quot;:-118.82928111919414,&quot;top&quot;:32.39370078740157,&quot;width&quot;:903.9855090696432}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4862_1*l_h_i*1_1_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30000001192092896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862_1*l_h_i*1_1_3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30000001192092896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1"/>
  <p:tag name="KSO_WM_UNIT_ID" val="diagram20234862_1*l_h_i*1_2_1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1,&quot;foreColorIndex&quot;:5,&quot;pos&quot;:0.7300000190734863,&quot;transparency&quot;:1},{&quot;brightness&quot;:0,&quot;colorType&quot;:1,&quot;foreColorIndex&quot;:5,&quot;pos&quot;:1,&quot;transparency&quot;:0.649999976158142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5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5"/>
  <p:tag name="KSO_WM_UNIT_ID" val="diagram20234862_1*l_h_i*1_2_5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862_1*l_h_f*1_2_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LINE_FORE_SCHEMECOLOR_INDEX" val="5"/>
  <p:tag name="KSO_WM_UNIT_USESOURCEFORMAT_APPLY" val="1"/>
</p:tagLst>
</file>

<file path=ppt/tags/tag8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4862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ID" val="diagram20234862_1*l_h_a*1_2_1"/>
  <p:tag name="KSO_WM_UNIT_INDEX" val="1_2_1"/>
  <p:tag name="KSO_WM_BEAUTIFY_FLAG" val="#wm#"/>
  <p:tag name="KSO_WM_DIAGRAM_GROUP_CODE" val="l1-1"/>
  <p:tag name="KSO_WM_UNIT_PRESET_TEXT" val="此处添加项标题"/>
  <p:tag name="KSO_WM_UNIT_TEXT_FILL_FORE_SCHEMECOLOR_INDEX" val="3"/>
  <p:tag name="KSO_WM_UNIT_TEXT_FILL_TYPE" val="3"/>
  <p:tag name="KSO_WM_UNIT_TEXT_TYPE" val="1"/>
  <p:tag name="KSO_WM_UNIT_USESOURCEFORMAT_APPLY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4"/>
  <p:tag name="KSO_WM_UNIT_ID" val="diagram20234862_1*l_h_i*1_2_4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6"/>
  <p:tag name="KSO_WM_UNIT_ID" val="diagram20234862_1*l_h_i*1_2_6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3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85.xml><?xml version="1.0" encoding="utf-8"?>
<p:tagLst xmlns:p="http://schemas.openxmlformats.org/presentationml/2006/main">
  <p:tag name="KSO_WM_DIAGRAM_VIRTUALLY_FRAME" val="{&quot;height&quot;:379.5156753948542,&quot;left&quot;:-118.82928111919414,&quot;top&quot;:32.39370078740157,&quot;width&quot;:903.9855090696432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4862_1*l_h_i*1_2_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30000001192092896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3"/>
  <p:tag name="KSO_WM_UNIT_ID" val="diagram20234862_1*l_h_i*1_2_3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30000001192092896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62_1*l_h_i*1_1_2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62_1*l_h_i*1_1_2"/>
  <p:tag name="KSO_WM_TEMPLATE_CATEGORY" val="diagram"/>
  <p:tag name="KSO_WM_TEMPLATE_INDEX" val="202348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379.5156753948542,&quot;left&quot;:-118.82928111919414,&quot;top&quot;:32.39370078740157,&quot;width&quot;:903.9855090696432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90_4*a*1"/>
  <p:tag name="KSO_WM_TEMPLATE_CATEGORY" val="diagram"/>
  <p:tag name="KSO_WM_TEMPLATE_INDEX" val="20231790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SLIDE_ID" val="diagram20234862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diagram"/>
  <p:tag name="KSO_WM_TEMPLATE_INDEX" val="20234862"/>
  <p:tag name="KSO_WM_SLIDE_TYPE" val="text"/>
  <p:tag name="KSO_WM_SLIDE_SUBTYPE" val="diag"/>
  <p:tag name="KSO_WM_SLIDE_SIZE" val="849.25*367.85"/>
  <p:tag name="KSO_WM_SLIDE_POSITION" val="55.85*122.8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13&quot;:[4364928,4364903,4364907],&quot;65&quot;:[20234862]}"/>
</p:tagLst>
</file>

<file path=ppt/tags/tag92.xml><?xml version="1.0" encoding="utf-8"?>
<p:tagLst xmlns:p="http://schemas.openxmlformats.org/presentationml/2006/main">
  <p:tag name="resource_record_key" val="{&quot;10&quot;:[21581484,21581475,19963824,19968868,21581472,21540315,50046391,50048613,50049161,50022883,21579339,21582091,21579521,4127611],&quot;13&quot;:[4364928,4364903,4364907],&quot;65&quot;:[20231790]}"/>
</p:tagLst>
</file>

<file path=ppt/theme/theme1.xml><?xml version="1.0" encoding="utf-8"?>
<a:theme xmlns:a="http://schemas.openxmlformats.org/drawingml/2006/main" name="Mental Health and Well-being - Health - 10th Grade by Slidesgo">
  <a:themeElements>
    <a:clrScheme name="Simple Light">
      <a:dk1>
        <a:srgbClr val="342520"/>
      </a:dk1>
      <a:lt1>
        <a:srgbClr val="EFEFEF"/>
      </a:lt1>
      <a:dk2>
        <a:srgbClr val="D2E5DF"/>
      </a:dk2>
      <a:lt2>
        <a:srgbClr val="9EBDB3"/>
      </a:lt2>
      <a:accent1>
        <a:srgbClr val="00368C"/>
      </a:accent1>
      <a:accent2>
        <a:srgbClr val="4B7BC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425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Mental Health and Well-being - Health - 10th Grade by Slidesgo">
  <a:themeElements>
    <a:clrScheme name="Simple Light">
      <a:dk1>
        <a:srgbClr val="342520"/>
      </a:dk1>
      <a:lt1>
        <a:srgbClr val="EFEFEF"/>
      </a:lt1>
      <a:dk2>
        <a:srgbClr val="D2E5DF"/>
      </a:dk2>
      <a:lt2>
        <a:srgbClr val="9EBDB3"/>
      </a:lt2>
      <a:accent1>
        <a:srgbClr val="00368C"/>
      </a:accent1>
      <a:accent2>
        <a:srgbClr val="4B7BC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425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/>
  <Paragraphs>89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69" baseType="lpstr">
      <vt:lpstr>Arial</vt:lpstr>
      <vt:lpstr>宋体</vt:lpstr>
      <vt:lpstr>Wingdings</vt:lpstr>
      <vt:lpstr>Arial</vt:lpstr>
      <vt:lpstr>Lato</vt:lpstr>
      <vt:lpstr>Be Vietnam Pro</vt:lpstr>
      <vt:lpstr>Nunito Light</vt:lpstr>
      <vt:lpstr>Segoe Print</vt:lpstr>
      <vt:lpstr>DM Sans</vt:lpstr>
      <vt:lpstr>Be Vietnam Pro Black</vt:lpstr>
      <vt:lpstr>Courier New</vt:lpstr>
      <vt:lpstr>微软雅黑</vt:lpstr>
      <vt:lpstr>Arial Unicode MS</vt:lpstr>
      <vt:lpstr>MiSans Normal</vt:lpstr>
      <vt:lpstr>我以为忘了想念</vt:lpstr>
      <vt:lpstr>奇思_Skate Sonic</vt:lpstr>
      <vt:lpstr>宇宙限定温柔</vt:lpstr>
      <vt:lpstr>方正大黑体_GBK</vt:lpstr>
      <vt:lpstr>月光轻吻海浪</vt:lpstr>
      <vt:lpstr>汉仪方叠体简</vt:lpstr>
      <vt:lpstr>汉仪神工体简</vt:lpstr>
      <vt:lpstr>方正粗宋简体</vt:lpstr>
      <vt:lpstr>喵喵喵</vt:lpstr>
      <vt:lpstr>指尖上的温暖</vt:lpstr>
      <vt:lpstr>汉仪中黑简</vt:lpstr>
      <vt:lpstr>汉仪立黑简</vt:lpstr>
      <vt:lpstr>汉仪铸字木头人W</vt:lpstr>
      <vt:lpstr>薄荷味牛奶</vt:lpstr>
      <vt:lpstr>AR YanKaiB5 UL</vt:lpstr>
      <vt:lpstr>WPS灵秀黑</vt:lpstr>
      <vt:lpstr>Peace</vt:lpstr>
      <vt:lpstr>Saturday Sans Regular</vt:lpstr>
      <vt:lpstr>The Candle In Your Dream</vt:lpstr>
      <vt:lpstr>Tiresias Std Signfont</vt:lpstr>
      <vt:lpstr>Accompany</vt:lpstr>
      <vt:lpstr>AR ESSENCE</vt:lpstr>
      <vt:lpstr>Comic Sans Pro</vt:lpstr>
      <vt:lpstr>Fall in love</vt:lpstr>
      <vt:lpstr>Each Ending</vt:lpstr>
      <vt:lpstr>I need you</vt:lpstr>
      <vt:lpstr>Rose</vt:lpstr>
      <vt:lpstr>Miss Sweetie</vt:lpstr>
      <vt:lpstr>方正可爱得可爱</vt:lpstr>
      <vt:lpstr>义启仿宋体</vt:lpstr>
      <vt:lpstr>兰亭宋体</vt:lpstr>
      <vt:lpstr>只想和你说晚安</vt:lpstr>
      <vt:lpstr>汉仪傲娇体简</vt:lpstr>
      <vt:lpstr>汉仪尚巍手书简</vt:lpstr>
      <vt:lpstr>汉仪铸字超然体简</vt:lpstr>
      <vt:lpstr>汉仪颜楷简</vt:lpstr>
      <vt:lpstr>逐浪经典粗黑体</vt:lpstr>
      <vt:lpstr>蜜桃汽水</vt:lpstr>
      <vt:lpstr>腾祥嘉丽中黑简</vt:lpstr>
      <vt:lpstr>邂逅在冬季</vt:lpstr>
      <vt:lpstr>汉仪粗黑简</vt:lpstr>
      <vt:lpstr>标准粗黑</vt:lpstr>
      <vt:lpstr>兰米正黑体</vt:lpstr>
      <vt:lpstr>黑体</vt:lpstr>
      <vt:lpstr>Wingdings</vt:lpstr>
      <vt:lpstr>Montserrat</vt:lpstr>
      <vt:lpstr>方正小标宋简体</vt:lpstr>
      <vt:lpstr>Mental Health and Well-being - Health - 10th Grade by Slidesgo</vt:lpstr>
      <vt:lpstr>1_Mental Health and Well-being - Health - 10th Grade by Slidesgo</vt:lpstr>
      <vt:lpstr>ASSISTANT</vt:lpstr>
      <vt:lpstr>02. Value Extraction</vt:lpstr>
      <vt:lpstr>02. Value Extraction</vt:lpstr>
      <vt:lpstr>02. Value Extraction</vt:lpstr>
      <vt:lpstr>02. Value Extraction</vt:lpstr>
      <vt:lpstr>04. Evaluation Error Analysis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GLUCOSEASSISTANT</dc:title>
  <dc:creator/>
  <cp:lastModifiedBy>葛康</cp:lastModifiedBy>
  <cp:revision>2</cp:revision>
  <dcterms:created xsi:type="dcterms:W3CDTF">2025-05-26T13:19:30Z</dcterms:created>
  <dcterms:modified xsi:type="dcterms:W3CDTF">2025-05-26T13:19:57Z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A2C28BC026A645DAACBBFEF81AD85486_13</vt:lpwstr>
  </property>
  <property fmtid="{D5CDD505-2E9C-101B-9397-08002B2CF9AE}" pid="3" name="KSOProductBuildVer">
    <vt:lpwstr>2052-12.1.0.21171</vt:lpwstr>
  </property>
</Properties>
</file>